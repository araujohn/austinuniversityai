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92" r:id="rId1"/>
    <p:sldMasterId id="2147483693" r:id="rId2"/>
    <p:sldMasterId id="2147483694" r:id="rId3"/>
  </p:sldMasterIdLst>
  <p:notesMasterIdLst>
    <p:notesMasterId r:id="rId28"/>
  </p:notesMasterIdLst>
  <p:sldIdLst>
    <p:sldId id="256" r:id="rId4"/>
    <p:sldId id="257" r:id="rId5"/>
    <p:sldId id="258" r:id="rId6"/>
    <p:sldId id="259" r:id="rId7"/>
    <p:sldId id="269" r:id="rId8"/>
    <p:sldId id="261" r:id="rId9"/>
    <p:sldId id="271" r:id="rId10"/>
    <p:sldId id="274" r:id="rId11"/>
    <p:sldId id="272" r:id="rId12"/>
    <p:sldId id="273" r:id="rId13"/>
    <p:sldId id="262" r:id="rId14"/>
    <p:sldId id="277" r:id="rId15"/>
    <p:sldId id="276" r:id="rId16"/>
    <p:sldId id="278" r:id="rId17"/>
    <p:sldId id="263" r:id="rId18"/>
    <p:sldId id="281" r:id="rId19"/>
    <p:sldId id="280" r:id="rId20"/>
    <p:sldId id="279" r:id="rId21"/>
    <p:sldId id="264" r:id="rId22"/>
    <p:sldId id="265" r:id="rId23"/>
    <p:sldId id="266" r:id="rId24"/>
    <p:sldId id="267" r:id="rId25"/>
    <p:sldId id="282" r:id="rId26"/>
    <p:sldId id="268" r:id="rId27"/>
  </p:sldIdLst>
  <p:sldSz cx="9144000" cy="5143500" type="screen16x9"/>
  <p:notesSz cx="6858000" cy="9144000"/>
  <p:embeddedFontLst>
    <p:embeddedFont>
      <p:font typeface="Aptos Narrow" panose="020B0004020202020204" pitchFamily="34" charset="0"/>
      <p:regular r:id="rId29"/>
      <p:bold r:id="rId30"/>
      <p:italic r:id="rId31"/>
      <p:boldItalic r:id="rId32"/>
    </p:embeddedFont>
    <p:embeddedFont>
      <p:font typeface="Century Gothic" panose="020B0502020202020204" pitchFamily="34" charset="0"/>
      <p:regular r:id="rId33"/>
      <p:bold r:id="rId34"/>
      <p:italic r:id="rId35"/>
      <p:boldItalic r:id="rId36"/>
    </p:embeddedFont>
    <p:embeddedFont>
      <p:font typeface="Nunito" pitchFamily="2" charset="0"/>
      <p:regular r:id="rId37"/>
      <p:bold r:id="rId38"/>
      <p:italic r:id="rId39"/>
      <p:boldItalic r:id="rId40"/>
    </p:embeddedFont>
    <p:embeddedFont>
      <p:font typeface="Nunito ExtraBold" pitchFamily="2" charset="0"/>
      <p:bold r:id="rId41"/>
      <p:boldItalic r:id="rId42"/>
    </p:embeddedFont>
    <p:embeddedFont>
      <p:font typeface="Nunito SemiBold" pitchFamily="2" charset="0"/>
      <p:regular r:id="rId43"/>
      <p:bold r:id="rId44"/>
      <p:italic r:id="rId45"/>
      <p:boldItalic r:id="rId4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B9413B6-06D9-4716-A5BC-8756103C35D0}">
  <a:tblStyle styleId="{2B9413B6-06D9-4716-A5BC-8756103C35D0}" styleName="Table_0">
    <a:wholeTbl>
      <a:tcTxStyle b="off" i="off">
        <a:font>
          <a:latin typeface="Arial"/>
          <a:ea typeface="Arial"/>
          <a:cs typeface="Arial"/>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12700" cap="flat" cmpd="sng">
              <a:solidFill>
                <a:srgbClr val="5B9BD5"/>
              </a:solidFill>
              <a:prstDash val="solid"/>
              <a:round/>
              <a:headEnd type="none" w="sm" len="sm"/>
              <a:tailEnd type="none" w="sm" len="sm"/>
            </a:ln>
          </a:top>
          <a:bottom>
            <a:ln w="12700" cap="flat" cmpd="sng">
              <a:solidFill>
                <a:srgbClr val="5B9BD5"/>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fill>
          <a:solidFill>
            <a:srgbClr val="5B9BD5">
              <a:alpha val="20000"/>
            </a:srgbClr>
          </a:solidFill>
        </a:fill>
      </a:tcStyle>
    </a:band1H>
    <a:band2H>
      <a:tcTxStyle/>
      <a:tcStyle>
        <a:tcBdr/>
      </a:tcStyle>
    </a:band2H>
    <a:band1V>
      <a:tcTxStyle/>
      <a:tcStyle>
        <a:tcBdr/>
        <a:fill>
          <a:solidFill>
            <a:srgbClr val="5B9BD5">
              <a:alpha val="20000"/>
            </a:srgbClr>
          </a:solidFill>
        </a:fill>
      </a:tcStyle>
    </a:band1V>
    <a:band2V>
      <a:tcTxStyle/>
      <a:tcStyle>
        <a:tcBdr/>
      </a:tcStyle>
    </a:band2V>
    <a:lastCol>
      <a:tcTxStyle b="on" i="off"/>
      <a:tcStyle>
        <a:tcBdr/>
      </a:tcStyle>
    </a:lastCol>
    <a:firstCol>
      <a:tcTxStyle b="on" i="off"/>
      <a:tcStyle>
        <a:tcBdr/>
      </a:tcStyle>
    </a:firstCol>
    <a:lastRow>
      <a:tcTxStyle b="on" i="off"/>
      <a:tcStyle>
        <a:tcBdr>
          <a:top>
            <a:ln w="12700" cap="flat" cmpd="sng">
              <a:solidFill>
                <a:srgbClr val="5B9BD5"/>
              </a:solidFill>
              <a:prstDash val="solid"/>
              <a:round/>
              <a:headEnd type="none" w="sm" len="sm"/>
              <a:tailEnd type="none" w="sm" len="sm"/>
            </a:ln>
          </a:top>
        </a:tcBdr>
        <a:fill>
          <a:solidFill>
            <a:srgbClr val="FFFFFF">
              <a:alpha val="0"/>
            </a:srgbClr>
          </a:solidFill>
        </a:fill>
      </a:tcStyle>
    </a:lastRow>
    <a:seCell>
      <a:tcTxStyle/>
      <a:tcStyle>
        <a:tcBdr/>
      </a:tcStyle>
    </a:seCell>
    <a:swCell>
      <a:tcTxStyle/>
      <a:tcStyle>
        <a:tcBdr/>
      </a:tcStyle>
    </a:swCell>
    <a:firstRow>
      <a:tcTxStyle b="on" i="off"/>
      <a:tcStyle>
        <a:tcBdr>
          <a:bottom>
            <a:ln w="12700" cap="flat" cmpd="sng">
              <a:solidFill>
                <a:srgbClr val="5B9BD5"/>
              </a:solidFill>
              <a:prstDash val="solid"/>
              <a:round/>
              <a:headEnd type="none" w="sm" len="sm"/>
              <a:tailEnd type="none" w="sm" len="sm"/>
            </a:ln>
          </a:bottom>
        </a:tcBdr>
        <a:fill>
          <a:solidFill>
            <a:srgbClr val="FFFFFF">
              <a:alpha val="0"/>
            </a:srgbClr>
          </a:solidFill>
        </a:fill>
      </a:tcStyle>
    </a:firstRow>
    <a:neCell>
      <a:tcTxStyle/>
      <a:tcStyle>
        <a:tcBdr/>
      </a:tcStyle>
    </a:neCell>
    <a:nwCell>
      <a:tcTxStyle/>
      <a:tcStyle>
        <a:tcBdr/>
      </a:tcStyle>
    </a:nwCel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1" d="100"/>
          <a:sy n="101" d="100"/>
        </p:scale>
        <p:origin x="79" y="-22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font" Target="fonts/font11.fntdata"/><Relationship Id="rId21" Type="http://schemas.openxmlformats.org/officeDocument/2006/relationships/slide" Target="slides/slide18.xml"/><Relationship Id="rId34" Type="http://schemas.openxmlformats.org/officeDocument/2006/relationships/font" Target="fonts/font6.fntdata"/><Relationship Id="rId42" Type="http://schemas.openxmlformats.org/officeDocument/2006/relationships/font" Target="fonts/font14.fntdata"/><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font" Target="fonts/font1.fntdata"/><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font" Target="fonts/font4.fntdata"/><Relationship Id="rId37" Type="http://schemas.openxmlformats.org/officeDocument/2006/relationships/font" Target="fonts/font9.fntdata"/><Relationship Id="rId40" Type="http://schemas.openxmlformats.org/officeDocument/2006/relationships/font" Target="fonts/font12.fntdata"/><Relationship Id="rId45" Type="http://schemas.openxmlformats.org/officeDocument/2006/relationships/font" Target="fonts/font17.fntdata"/><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notesMaster" Target="notesMasters/notesMaster1.xml"/><Relationship Id="rId36" Type="http://schemas.openxmlformats.org/officeDocument/2006/relationships/font" Target="fonts/font8.fntdata"/><Relationship Id="rId49" Type="http://schemas.openxmlformats.org/officeDocument/2006/relationships/theme" Target="theme/theme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font" Target="fonts/font3.fntdata"/><Relationship Id="rId44" Type="http://schemas.openxmlformats.org/officeDocument/2006/relationships/font" Target="fonts/font16.fntdata"/><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font" Target="fonts/font2.fntdata"/><Relationship Id="rId35" Type="http://schemas.openxmlformats.org/officeDocument/2006/relationships/font" Target="fonts/font7.fntdata"/><Relationship Id="rId43" Type="http://schemas.openxmlformats.org/officeDocument/2006/relationships/font" Target="fonts/font15.fntdata"/><Relationship Id="rId48" Type="http://schemas.openxmlformats.org/officeDocument/2006/relationships/viewProps" Target="viewProps.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font" Target="fonts/font5.fntdata"/><Relationship Id="rId38" Type="http://schemas.openxmlformats.org/officeDocument/2006/relationships/font" Target="fonts/font10.fntdata"/><Relationship Id="rId46" Type="http://schemas.openxmlformats.org/officeDocument/2006/relationships/font" Target="fonts/font18.fntdata"/><Relationship Id="rId20" Type="http://schemas.openxmlformats.org/officeDocument/2006/relationships/slide" Target="slides/slide17.xml"/><Relationship Id="rId41" Type="http://schemas.openxmlformats.org/officeDocument/2006/relationships/font" Target="fonts/font13.fntdata"/><Relationship Id="rId1" Type="http://schemas.openxmlformats.org/officeDocument/2006/relationships/slideMaster" Target="slideMasters/slideMaster1.xml"/><Relationship Id="rId6"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g1f5bbe0229a_0_3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9" name="Google Shape;209;g1f5bbe0229a_0_3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g1f5bbe0229a_0_35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6" name="Google Shape;216;g1f5bbe0229a_0_3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g1f5bbe0229a_0_3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2" name="Google Shape;222;g1f5bbe0229a_0_3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g1f5bbe0229a_0_3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8" name="Google Shape;228;g1f5bbe0229a_0_3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a:extLst>
            <a:ext uri="{FF2B5EF4-FFF2-40B4-BE49-F238E27FC236}">
              <a16:creationId xmlns:a16="http://schemas.microsoft.com/office/drawing/2014/main" id="{F105C3A8-7AFF-2845-D135-E6DEFC3FA152}"/>
            </a:ext>
          </a:extLst>
        </p:cNvPr>
        <p:cNvGrpSpPr/>
        <p:nvPr/>
      </p:nvGrpSpPr>
      <p:grpSpPr>
        <a:xfrm>
          <a:off x="0" y="0"/>
          <a:ext cx="0" cy="0"/>
          <a:chOff x="0" y="0"/>
          <a:chExt cx="0" cy="0"/>
        </a:xfrm>
      </p:grpSpPr>
      <p:sp>
        <p:nvSpPr>
          <p:cNvPr id="233" name="Google Shape;233;g1f5bbe0229a_0_377:notes">
            <a:extLst>
              <a:ext uri="{FF2B5EF4-FFF2-40B4-BE49-F238E27FC236}">
                <a16:creationId xmlns:a16="http://schemas.microsoft.com/office/drawing/2014/main" id="{3E610CDA-0453-F98B-5880-CE0DFDAD2C4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g1f5bbe0229a_0_377:notes">
            <a:extLst>
              <a:ext uri="{FF2B5EF4-FFF2-40B4-BE49-F238E27FC236}">
                <a16:creationId xmlns:a16="http://schemas.microsoft.com/office/drawing/2014/main" id="{847E3798-98D8-F23E-7C42-A411F066261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903554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g1f5bbe0229a_0_3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1" name="Google Shape;241;g1f5bbe0229a_0_3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a:extLst>
            <a:ext uri="{FF2B5EF4-FFF2-40B4-BE49-F238E27FC236}">
              <a16:creationId xmlns:a16="http://schemas.microsoft.com/office/drawing/2014/main" id="{F71DA508-D324-AB5C-C563-C2DF5131828B}"/>
            </a:ext>
          </a:extLst>
        </p:cNvPr>
        <p:cNvGrpSpPr/>
        <p:nvPr/>
      </p:nvGrpSpPr>
      <p:grpSpPr>
        <a:xfrm>
          <a:off x="0" y="0"/>
          <a:ext cx="0" cy="0"/>
          <a:chOff x="0" y="0"/>
          <a:chExt cx="0" cy="0"/>
        </a:xfrm>
      </p:grpSpPr>
      <p:sp>
        <p:nvSpPr>
          <p:cNvPr id="240" name="Google Shape;240;g1f5bbe0229a_0_388:notes">
            <a:extLst>
              <a:ext uri="{FF2B5EF4-FFF2-40B4-BE49-F238E27FC236}">
                <a16:creationId xmlns:a16="http://schemas.microsoft.com/office/drawing/2014/main" id="{E0C9C6A4-32F5-A8A8-D60B-D6C0518A43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1" name="Google Shape;241;g1f5bbe0229a_0_388:notes">
            <a:extLst>
              <a:ext uri="{FF2B5EF4-FFF2-40B4-BE49-F238E27FC236}">
                <a16:creationId xmlns:a16="http://schemas.microsoft.com/office/drawing/2014/main" id="{9D62523F-2673-480E-0575-878E6DA1D27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587816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a:extLst>
            <a:ext uri="{FF2B5EF4-FFF2-40B4-BE49-F238E27FC236}">
              <a16:creationId xmlns:a16="http://schemas.microsoft.com/office/drawing/2014/main" id="{722CDE1B-BD56-3D1F-2F8F-DB50C083D518}"/>
            </a:ext>
          </a:extLst>
        </p:cNvPr>
        <p:cNvGrpSpPr/>
        <p:nvPr/>
      </p:nvGrpSpPr>
      <p:grpSpPr>
        <a:xfrm>
          <a:off x="0" y="0"/>
          <a:ext cx="0" cy="0"/>
          <a:chOff x="0" y="0"/>
          <a:chExt cx="0" cy="0"/>
        </a:xfrm>
      </p:grpSpPr>
      <p:sp>
        <p:nvSpPr>
          <p:cNvPr id="240" name="Google Shape;240;g1f5bbe0229a_0_388:notes">
            <a:extLst>
              <a:ext uri="{FF2B5EF4-FFF2-40B4-BE49-F238E27FC236}">
                <a16:creationId xmlns:a16="http://schemas.microsoft.com/office/drawing/2014/main" id="{68A63F93-7965-56F8-5E5D-0F1392A46CE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1" name="Google Shape;241;g1f5bbe0229a_0_388:notes">
            <a:extLst>
              <a:ext uri="{FF2B5EF4-FFF2-40B4-BE49-F238E27FC236}">
                <a16:creationId xmlns:a16="http://schemas.microsoft.com/office/drawing/2014/main" id="{087A9E8E-19D0-6A1D-6E31-95A7A1281D0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59643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a:extLst>
            <a:ext uri="{FF2B5EF4-FFF2-40B4-BE49-F238E27FC236}">
              <a16:creationId xmlns:a16="http://schemas.microsoft.com/office/drawing/2014/main" id="{D353A9CB-6F71-0107-ADDF-8272A48D0B98}"/>
            </a:ext>
          </a:extLst>
        </p:cNvPr>
        <p:cNvGrpSpPr/>
        <p:nvPr/>
      </p:nvGrpSpPr>
      <p:grpSpPr>
        <a:xfrm>
          <a:off x="0" y="0"/>
          <a:ext cx="0" cy="0"/>
          <a:chOff x="0" y="0"/>
          <a:chExt cx="0" cy="0"/>
        </a:xfrm>
      </p:grpSpPr>
      <p:sp>
        <p:nvSpPr>
          <p:cNvPr id="240" name="Google Shape;240;g1f5bbe0229a_0_388:notes">
            <a:extLst>
              <a:ext uri="{FF2B5EF4-FFF2-40B4-BE49-F238E27FC236}">
                <a16:creationId xmlns:a16="http://schemas.microsoft.com/office/drawing/2014/main" id="{8DA6ED83-777F-5BE5-75C0-C32370AB7E2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1" name="Google Shape;241;g1f5bbe0229a_0_388:notes">
            <a:extLst>
              <a:ext uri="{FF2B5EF4-FFF2-40B4-BE49-F238E27FC236}">
                <a16:creationId xmlns:a16="http://schemas.microsoft.com/office/drawing/2014/main" id="{B33BAC13-9BDB-748F-7B18-7CA65F9BBB4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252915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a:extLst>
            <a:ext uri="{FF2B5EF4-FFF2-40B4-BE49-F238E27FC236}">
              <a16:creationId xmlns:a16="http://schemas.microsoft.com/office/drawing/2014/main" id="{AB915E1E-91CA-0678-5B15-4F7AC6BC1DBB}"/>
            </a:ext>
          </a:extLst>
        </p:cNvPr>
        <p:cNvGrpSpPr/>
        <p:nvPr/>
      </p:nvGrpSpPr>
      <p:grpSpPr>
        <a:xfrm>
          <a:off x="0" y="0"/>
          <a:ext cx="0" cy="0"/>
          <a:chOff x="0" y="0"/>
          <a:chExt cx="0" cy="0"/>
        </a:xfrm>
      </p:grpSpPr>
      <p:sp>
        <p:nvSpPr>
          <p:cNvPr id="240" name="Google Shape;240;g1f5bbe0229a_0_388:notes">
            <a:extLst>
              <a:ext uri="{FF2B5EF4-FFF2-40B4-BE49-F238E27FC236}">
                <a16:creationId xmlns:a16="http://schemas.microsoft.com/office/drawing/2014/main" id="{D29EB3AC-B57C-76EA-6D07-C8947B2C4B1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1" name="Google Shape;241;g1f5bbe0229a_0_388:notes">
            <a:extLst>
              <a:ext uri="{FF2B5EF4-FFF2-40B4-BE49-F238E27FC236}">
                <a16:creationId xmlns:a16="http://schemas.microsoft.com/office/drawing/2014/main" id="{B09E68BE-D3CF-7E7B-462D-2B13AA88FC2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065491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g1f5bbe0229a_0_4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8" name="Google Shape;248;g1f5bbe0229a_0_4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a:extLst>
            <a:ext uri="{FF2B5EF4-FFF2-40B4-BE49-F238E27FC236}">
              <a16:creationId xmlns:a16="http://schemas.microsoft.com/office/drawing/2014/main" id="{63428A13-DADF-A7B6-8C2D-B0DA3D6A187F}"/>
            </a:ext>
          </a:extLst>
        </p:cNvPr>
        <p:cNvGrpSpPr/>
        <p:nvPr/>
      </p:nvGrpSpPr>
      <p:grpSpPr>
        <a:xfrm>
          <a:off x="0" y="0"/>
          <a:ext cx="0" cy="0"/>
          <a:chOff x="0" y="0"/>
          <a:chExt cx="0" cy="0"/>
        </a:xfrm>
      </p:grpSpPr>
      <p:sp>
        <p:nvSpPr>
          <p:cNvPr id="247" name="Google Shape;247;g1f5bbe0229a_0_427:notes">
            <a:extLst>
              <a:ext uri="{FF2B5EF4-FFF2-40B4-BE49-F238E27FC236}">
                <a16:creationId xmlns:a16="http://schemas.microsoft.com/office/drawing/2014/main" id="{85E6A02A-8C37-6F4E-4286-BB0EEC2A1E8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8" name="Google Shape;248;g1f5bbe0229a_0_427:notes">
            <a:extLst>
              <a:ext uri="{FF2B5EF4-FFF2-40B4-BE49-F238E27FC236}">
                <a16:creationId xmlns:a16="http://schemas.microsoft.com/office/drawing/2014/main" id="{D7D482AA-4C68-51F1-774C-D545297BA70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974782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a:extLst>
            <a:ext uri="{FF2B5EF4-FFF2-40B4-BE49-F238E27FC236}">
              <a16:creationId xmlns:a16="http://schemas.microsoft.com/office/drawing/2014/main" id="{C484335F-17E6-0DC0-67C5-CE9E8C2A8F97}"/>
            </a:ext>
          </a:extLst>
        </p:cNvPr>
        <p:cNvGrpSpPr/>
        <p:nvPr/>
      </p:nvGrpSpPr>
      <p:grpSpPr>
        <a:xfrm>
          <a:off x="0" y="0"/>
          <a:ext cx="0" cy="0"/>
          <a:chOff x="0" y="0"/>
          <a:chExt cx="0" cy="0"/>
        </a:xfrm>
      </p:grpSpPr>
      <p:sp>
        <p:nvSpPr>
          <p:cNvPr id="247" name="Google Shape;247;g1f5bbe0229a_0_427:notes">
            <a:extLst>
              <a:ext uri="{FF2B5EF4-FFF2-40B4-BE49-F238E27FC236}">
                <a16:creationId xmlns:a16="http://schemas.microsoft.com/office/drawing/2014/main" id="{95EF6D5B-B9F4-8BA0-6CC1-E62BAEAD740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8" name="Google Shape;248;g1f5bbe0229a_0_427:notes">
            <a:extLst>
              <a:ext uri="{FF2B5EF4-FFF2-40B4-BE49-F238E27FC236}">
                <a16:creationId xmlns:a16="http://schemas.microsoft.com/office/drawing/2014/main" id="{968A00BC-9A6B-81CC-3D1C-8EB4369F3A2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051192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a:extLst>
            <a:ext uri="{FF2B5EF4-FFF2-40B4-BE49-F238E27FC236}">
              <a16:creationId xmlns:a16="http://schemas.microsoft.com/office/drawing/2014/main" id="{6265BD4A-2307-114C-DA08-9852FF1AFF14}"/>
            </a:ext>
          </a:extLst>
        </p:cNvPr>
        <p:cNvGrpSpPr/>
        <p:nvPr/>
      </p:nvGrpSpPr>
      <p:grpSpPr>
        <a:xfrm>
          <a:off x="0" y="0"/>
          <a:ext cx="0" cy="0"/>
          <a:chOff x="0" y="0"/>
          <a:chExt cx="0" cy="0"/>
        </a:xfrm>
      </p:grpSpPr>
      <p:sp>
        <p:nvSpPr>
          <p:cNvPr id="247" name="Google Shape;247;g1f5bbe0229a_0_427:notes">
            <a:extLst>
              <a:ext uri="{FF2B5EF4-FFF2-40B4-BE49-F238E27FC236}">
                <a16:creationId xmlns:a16="http://schemas.microsoft.com/office/drawing/2014/main" id="{BB1F2A17-329F-93E4-5677-3A373B55DD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8" name="Google Shape;248;g1f5bbe0229a_0_427:notes">
            <a:extLst>
              <a:ext uri="{FF2B5EF4-FFF2-40B4-BE49-F238E27FC236}">
                <a16:creationId xmlns:a16="http://schemas.microsoft.com/office/drawing/2014/main" id="{9AAECDBB-B244-155D-9B55-B8D7ED4B6AE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9176912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g1f5bbe0229a_0_3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5" name="Google Shape;255;g1f5bbe0229a_0_3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a:extLst>
            <a:ext uri="{FF2B5EF4-FFF2-40B4-BE49-F238E27FC236}">
              <a16:creationId xmlns:a16="http://schemas.microsoft.com/office/drawing/2014/main" id="{FC846EB3-C468-A694-3466-C642573A5E54}"/>
            </a:ext>
          </a:extLst>
        </p:cNvPr>
        <p:cNvGrpSpPr/>
        <p:nvPr/>
      </p:nvGrpSpPr>
      <p:grpSpPr>
        <a:xfrm>
          <a:off x="0" y="0"/>
          <a:ext cx="0" cy="0"/>
          <a:chOff x="0" y="0"/>
          <a:chExt cx="0" cy="0"/>
        </a:xfrm>
      </p:grpSpPr>
      <p:sp>
        <p:nvSpPr>
          <p:cNvPr id="254" name="Google Shape;254;g1f5bbe0229a_0_394:notes">
            <a:extLst>
              <a:ext uri="{FF2B5EF4-FFF2-40B4-BE49-F238E27FC236}">
                <a16:creationId xmlns:a16="http://schemas.microsoft.com/office/drawing/2014/main" id="{CF50667C-2A63-B3E5-67F2-D9AF0305E0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5" name="Google Shape;255;g1f5bbe0229a_0_394:notes">
            <a:extLst>
              <a:ext uri="{FF2B5EF4-FFF2-40B4-BE49-F238E27FC236}">
                <a16:creationId xmlns:a16="http://schemas.microsoft.com/office/drawing/2014/main" id="{CCA48731-2D9C-56F8-5172-D0707EDE2AA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3225978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a:extLst>
            <a:ext uri="{FF2B5EF4-FFF2-40B4-BE49-F238E27FC236}">
              <a16:creationId xmlns:a16="http://schemas.microsoft.com/office/drawing/2014/main" id="{0DECAADF-003D-049F-9173-391A5341A765}"/>
            </a:ext>
          </a:extLst>
        </p:cNvPr>
        <p:cNvGrpSpPr/>
        <p:nvPr/>
      </p:nvGrpSpPr>
      <p:grpSpPr>
        <a:xfrm>
          <a:off x="0" y="0"/>
          <a:ext cx="0" cy="0"/>
          <a:chOff x="0" y="0"/>
          <a:chExt cx="0" cy="0"/>
        </a:xfrm>
      </p:grpSpPr>
      <p:sp>
        <p:nvSpPr>
          <p:cNvPr id="254" name="Google Shape;254;g1f5bbe0229a_0_394:notes">
            <a:extLst>
              <a:ext uri="{FF2B5EF4-FFF2-40B4-BE49-F238E27FC236}">
                <a16:creationId xmlns:a16="http://schemas.microsoft.com/office/drawing/2014/main" id="{A2E48253-475A-BA8B-CF8D-4FB2EE3EBC4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5" name="Google Shape;255;g1f5bbe0229a_0_394:notes">
            <a:extLst>
              <a:ext uri="{FF2B5EF4-FFF2-40B4-BE49-F238E27FC236}">
                <a16:creationId xmlns:a16="http://schemas.microsoft.com/office/drawing/2014/main" id="{7225A0F6-E654-AAA9-9E7A-69E69D51765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5804644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a:extLst>
            <a:ext uri="{FF2B5EF4-FFF2-40B4-BE49-F238E27FC236}">
              <a16:creationId xmlns:a16="http://schemas.microsoft.com/office/drawing/2014/main" id="{27BEE3EF-3FDE-4C9E-0FCA-AD03964AE0A1}"/>
            </a:ext>
          </a:extLst>
        </p:cNvPr>
        <p:cNvGrpSpPr/>
        <p:nvPr/>
      </p:nvGrpSpPr>
      <p:grpSpPr>
        <a:xfrm>
          <a:off x="0" y="0"/>
          <a:ext cx="0" cy="0"/>
          <a:chOff x="0" y="0"/>
          <a:chExt cx="0" cy="0"/>
        </a:xfrm>
      </p:grpSpPr>
      <p:sp>
        <p:nvSpPr>
          <p:cNvPr id="254" name="Google Shape;254;g1f5bbe0229a_0_394:notes">
            <a:extLst>
              <a:ext uri="{FF2B5EF4-FFF2-40B4-BE49-F238E27FC236}">
                <a16:creationId xmlns:a16="http://schemas.microsoft.com/office/drawing/2014/main" id="{530859A4-A254-DC31-2FB9-175216B2100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5" name="Google Shape;255;g1f5bbe0229a_0_394:notes">
            <a:extLst>
              <a:ext uri="{FF2B5EF4-FFF2-40B4-BE49-F238E27FC236}">
                <a16:creationId xmlns:a16="http://schemas.microsoft.com/office/drawing/2014/main" id="{3ADEAB02-309C-33C8-1BBB-C87A4C6D334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8183174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g1f5bbe0229a_0_4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2" name="Google Shape;262;g1f5bbe0229a_0_4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1f5bbe0229a_0_40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9" name="Google Shape;269;g1f5bbe0229a_0_4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f5bbe0229a_0_4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f5bbe0229a_0_4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1f5bbe0229a_0_44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1" name="Google Shape;281;g1f5bbe0229a_0_4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g1f5bbe0229a_0_5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7" name="Google Shape;287;g1f5bbe0229a_0_50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8" name="Google Shape;288;g1f5bbe0229a_0_5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 sz="1200" b="0" i="0" u="none" strike="noStrike" cap="none">
                <a:solidFill>
                  <a:schemeClr val="dk1"/>
                </a:solidFill>
                <a:latin typeface="Calibri"/>
                <a:ea typeface="Calibri"/>
                <a:cs typeface="Calibri"/>
                <a:sym typeface="Calibri"/>
              </a:rPr>
              <a:t>24</a:t>
            </a:fld>
            <a:endParaRPr sz="1200" b="0" i="0" u="none" strike="noStrike" cap="none">
              <a:solidFill>
                <a:schemeClr val="dk1"/>
              </a:solidFill>
              <a:latin typeface="Calibri"/>
              <a:ea typeface="Calibri"/>
              <a:cs typeface="Calibri"/>
              <a:sym typeface="Calibri"/>
            </a:endParaRPr>
          </a:p>
        </p:txBody>
      </p:sp>
      <p:sp>
        <p:nvSpPr>
          <p:cNvPr id="289" name="Google Shape;289;g1f5bbe0229a_0_509:notes"/>
          <p:cNvSpPr txBox="1">
            <a:spLocks noGrp="1"/>
          </p:cNvSpPr>
          <p:nvPr>
            <p:ph type="ftr" idx="11"/>
          </p:nvPr>
        </p:nvSpPr>
        <p:spPr>
          <a:xfrm>
            <a:off x="0" y="8685213"/>
            <a:ext cx="2971800" cy="4587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
              <a:t>| Proprietary content. ©Great Learning. All Rights Reserved. Unauthorized use or distribution prohibited</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9"/>
        <p:cNvGrpSpPr/>
        <p:nvPr/>
      </p:nvGrpSpPr>
      <p:grpSpPr>
        <a:xfrm>
          <a:off x="0" y="0"/>
          <a:ext cx="0" cy="0"/>
          <a:chOff x="0" y="0"/>
          <a:chExt cx="0" cy="0"/>
        </a:xfrm>
      </p:grpSpPr>
      <p:sp>
        <p:nvSpPr>
          <p:cNvPr id="60" name="Google Shape;60;p14"/>
          <p:cNvSpPr txBox="1">
            <a:spLocks noGrp="1"/>
          </p:cNvSpPr>
          <p:nvPr>
            <p:ph type="ctrTitle"/>
          </p:nvPr>
        </p:nvSpPr>
        <p:spPr>
          <a:xfrm>
            <a:off x="2210208" y="744575"/>
            <a:ext cx="6622200" cy="20526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1pPr>
            <a:lvl2pPr lvl="1" rtl="0">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2pPr>
            <a:lvl3pPr lvl="2" rtl="0">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3pPr>
            <a:lvl4pPr lvl="3" rtl="0">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4pPr>
            <a:lvl5pPr lvl="4" rtl="0">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5pPr>
            <a:lvl6pPr lvl="5" rtl="0">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6pPr>
            <a:lvl7pPr lvl="6" rtl="0">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7pPr>
            <a:lvl8pPr lvl="7" rtl="0">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8pPr>
            <a:lvl9pPr lvl="8" rtl="0">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9pPr>
          </a:lstStyle>
          <a:p>
            <a:endParaRPr/>
          </a:p>
        </p:txBody>
      </p:sp>
      <p:sp>
        <p:nvSpPr>
          <p:cNvPr id="61" name="Google Shape;61;p14"/>
          <p:cNvSpPr txBox="1">
            <a:spLocks noGrp="1"/>
          </p:cNvSpPr>
          <p:nvPr>
            <p:ph type="subTitle" idx="1"/>
          </p:nvPr>
        </p:nvSpPr>
        <p:spPr>
          <a:xfrm>
            <a:off x="2210202" y="2834125"/>
            <a:ext cx="6622200" cy="792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1pPr>
            <a:lvl2pPr lvl="1" rtl="0">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2pPr>
            <a:lvl3pPr lvl="2" rtl="0">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3pPr>
            <a:lvl4pPr lvl="3" rtl="0">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4pPr>
            <a:lvl5pPr lvl="4" rtl="0">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5pPr>
            <a:lvl6pPr lvl="5" rtl="0">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6pPr>
            <a:lvl7pPr lvl="6" rtl="0">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7pPr>
            <a:lvl8pPr lvl="7" rtl="0">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8pPr>
            <a:lvl9pPr lvl="8" rtl="0">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62"/>
        <p:cNvGrpSpPr/>
        <p:nvPr/>
      </p:nvGrpSpPr>
      <p:grpSpPr>
        <a:xfrm>
          <a:off x="0" y="0"/>
          <a:ext cx="0" cy="0"/>
          <a:chOff x="0" y="0"/>
          <a:chExt cx="0" cy="0"/>
        </a:xfrm>
      </p:grpSpPr>
      <p:sp>
        <p:nvSpPr>
          <p:cNvPr id="63" name="Google Shape;63;p15"/>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0E39A9"/>
              </a:buClr>
              <a:buSzPts val="3600"/>
              <a:buNone/>
              <a:defRPr sz="3600">
                <a:solidFill>
                  <a:srgbClr val="0E39A9"/>
                </a:solidFill>
              </a:defRPr>
            </a:lvl1pPr>
            <a:lvl2pPr lvl="1" rtl="0">
              <a:spcBef>
                <a:spcPts val="0"/>
              </a:spcBef>
              <a:spcAft>
                <a:spcPts val="0"/>
              </a:spcAft>
              <a:buClr>
                <a:srgbClr val="0E39A9"/>
              </a:buClr>
              <a:buSzPts val="3600"/>
              <a:buNone/>
              <a:defRPr sz="3600">
                <a:solidFill>
                  <a:srgbClr val="0E39A9"/>
                </a:solidFill>
              </a:defRPr>
            </a:lvl2pPr>
            <a:lvl3pPr lvl="2" rtl="0">
              <a:spcBef>
                <a:spcPts val="0"/>
              </a:spcBef>
              <a:spcAft>
                <a:spcPts val="0"/>
              </a:spcAft>
              <a:buClr>
                <a:srgbClr val="0E39A9"/>
              </a:buClr>
              <a:buSzPts val="3600"/>
              <a:buNone/>
              <a:defRPr sz="3600">
                <a:solidFill>
                  <a:srgbClr val="0E39A9"/>
                </a:solidFill>
              </a:defRPr>
            </a:lvl3pPr>
            <a:lvl4pPr lvl="3" rtl="0">
              <a:spcBef>
                <a:spcPts val="0"/>
              </a:spcBef>
              <a:spcAft>
                <a:spcPts val="0"/>
              </a:spcAft>
              <a:buClr>
                <a:srgbClr val="0E39A9"/>
              </a:buClr>
              <a:buSzPts val="3600"/>
              <a:buNone/>
              <a:defRPr sz="3600">
                <a:solidFill>
                  <a:srgbClr val="0E39A9"/>
                </a:solidFill>
              </a:defRPr>
            </a:lvl4pPr>
            <a:lvl5pPr lvl="4" rtl="0">
              <a:spcBef>
                <a:spcPts val="0"/>
              </a:spcBef>
              <a:spcAft>
                <a:spcPts val="0"/>
              </a:spcAft>
              <a:buClr>
                <a:srgbClr val="0E39A9"/>
              </a:buClr>
              <a:buSzPts val="3600"/>
              <a:buNone/>
              <a:defRPr sz="3600">
                <a:solidFill>
                  <a:srgbClr val="0E39A9"/>
                </a:solidFill>
              </a:defRPr>
            </a:lvl5pPr>
            <a:lvl6pPr lvl="5" rtl="0">
              <a:spcBef>
                <a:spcPts val="0"/>
              </a:spcBef>
              <a:spcAft>
                <a:spcPts val="0"/>
              </a:spcAft>
              <a:buClr>
                <a:srgbClr val="0E39A9"/>
              </a:buClr>
              <a:buSzPts val="3600"/>
              <a:buNone/>
              <a:defRPr sz="3600">
                <a:solidFill>
                  <a:srgbClr val="0E39A9"/>
                </a:solidFill>
              </a:defRPr>
            </a:lvl6pPr>
            <a:lvl7pPr lvl="6" rtl="0">
              <a:spcBef>
                <a:spcPts val="0"/>
              </a:spcBef>
              <a:spcAft>
                <a:spcPts val="0"/>
              </a:spcAft>
              <a:buClr>
                <a:srgbClr val="0E39A9"/>
              </a:buClr>
              <a:buSzPts val="3600"/>
              <a:buNone/>
              <a:defRPr sz="3600">
                <a:solidFill>
                  <a:srgbClr val="0E39A9"/>
                </a:solidFill>
              </a:defRPr>
            </a:lvl7pPr>
            <a:lvl8pPr lvl="7" rtl="0">
              <a:spcBef>
                <a:spcPts val="0"/>
              </a:spcBef>
              <a:spcAft>
                <a:spcPts val="0"/>
              </a:spcAft>
              <a:buClr>
                <a:srgbClr val="0E39A9"/>
              </a:buClr>
              <a:buSzPts val="3600"/>
              <a:buNone/>
              <a:defRPr sz="3600">
                <a:solidFill>
                  <a:srgbClr val="0E39A9"/>
                </a:solidFill>
              </a:defRPr>
            </a:lvl8pPr>
            <a:lvl9pPr lvl="8" rtl="0">
              <a:spcBef>
                <a:spcPts val="0"/>
              </a:spcBef>
              <a:spcAft>
                <a:spcPts val="0"/>
              </a:spcAft>
              <a:buClr>
                <a:srgbClr val="0E39A9"/>
              </a:buClr>
              <a:buSzPts val="3600"/>
              <a:buNone/>
              <a:defRPr sz="3600">
                <a:solidFill>
                  <a:srgbClr val="0E39A9"/>
                </a:solidFill>
              </a:defRPr>
            </a:lvl9pPr>
          </a:lstStyle>
          <a:p>
            <a:endParaRPr/>
          </a:p>
        </p:txBody>
      </p:sp>
      <p:sp>
        <p:nvSpPr>
          <p:cNvPr id="64" name="Google Shape;64;p15"/>
          <p:cNvSpPr txBox="1">
            <a:spLocks noGrp="1"/>
          </p:cNvSpPr>
          <p:nvPr>
            <p:ph type="sldNum" idx="12"/>
          </p:nvPr>
        </p:nvSpPr>
        <p:spPr>
          <a:xfrm>
            <a:off x="8832299" y="4946907"/>
            <a:ext cx="365400" cy="217200"/>
          </a:xfrm>
          <a:prstGeom prst="rect">
            <a:avLst/>
          </a:prstGeom>
        </p:spPr>
        <p:txBody>
          <a:bodyPr spcFirstLastPara="1" wrap="square" lIns="91425" tIns="91425" rIns="91425" bIns="91425" anchor="ctr" anchorCtr="0">
            <a:noAutofit/>
          </a:bodyPr>
          <a:lstStyle>
            <a:lvl1pPr lvl="0" rtl="0">
              <a:buNone/>
              <a:defRPr sz="800" b="1">
                <a:solidFill>
                  <a:srgbClr val="434343"/>
                </a:solidFill>
                <a:latin typeface="Nunito"/>
                <a:ea typeface="Nunito"/>
                <a:cs typeface="Nunito"/>
                <a:sym typeface="Nunito"/>
              </a:defRPr>
            </a:lvl1pPr>
            <a:lvl2pPr lvl="1" rtl="0">
              <a:buNone/>
              <a:defRPr sz="800" b="1">
                <a:solidFill>
                  <a:srgbClr val="434343"/>
                </a:solidFill>
                <a:latin typeface="Nunito"/>
                <a:ea typeface="Nunito"/>
                <a:cs typeface="Nunito"/>
                <a:sym typeface="Nunito"/>
              </a:defRPr>
            </a:lvl2pPr>
            <a:lvl3pPr lvl="2" rtl="0">
              <a:buNone/>
              <a:defRPr sz="800" b="1">
                <a:solidFill>
                  <a:srgbClr val="434343"/>
                </a:solidFill>
                <a:latin typeface="Nunito"/>
                <a:ea typeface="Nunito"/>
                <a:cs typeface="Nunito"/>
                <a:sym typeface="Nunito"/>
              </a:defRPr>
            </a:lvl3pPr>
            <a:lvl4pPr lvl="3" rtl="0">
              <a:buNone/>
              <a:defRPr sz="800" b="1">
                <a:solidFill>
                  <a:srgbClr val="434343"/>
                </a:solidFill>
                <a:latin typeface="Nunito"/>
                <a:ea typeface="Nunito"/>
                <a:cs typeface="Nunito"/>
                <a:sym typeface="Nunito"/>
              </a:defRPr>
            </a:lvl4pPr>
            <a:lvl5pPr lvl="4" rtl="0">
              <a:buNone/>
              <a:defRPr sz="800" b="1">
                <a:solidFill>
                  <a:srgbClr val="434343"/>
                </a:solidFill>
                <a:latin typeface="Nunito"/>
                <a:ea typeface="Nunito"/>
                <a:cs typeface="Nunito"/>
                <a:sym typeface="Nunito"/>
              </a:defRPr>
            </a:lvl5pPr>
            <a:lvl6pPr lvl="5" rtl="0">
              <a:buNone/>
              <a:defRPr sz="800" b="1">
                <a:solidFill>
                  <a:srgbClr val="434343"/>
                </a:solidFill>
                <a:latin typeface="Nunito"/>
                <a:ea typeface="Nunito"/>
                <a:cs typeface="Nunito"/>
                <a:sym typeface="Nunito"/>
              </a:defRPr>
            </a:lvl6pPr>
            <a:lvl7pPr lvl="6" rtl="0">
              <a:buNone/>
              <a:defRPr sz="800" b="1">
                <a:solidFill>
                  <a:srgbClr val="434343"/>
                </a:solidFill>
                <a:latin typeface="Nunito"/>
                <a:ea typeface="Nunito"/>
                <a:cs typeface="Nunito"/>
                <a:sym typeface="Nunito"/>
              </a:defRPr>
            </a:lvl7pPr>
            <a:lvl8pPr lvl="7" rtl="0">
              <a:buNone/>
              <a:defRPr sz="800" b="1">
                <a:solidFill>
                  <a:srgbClr val="434343"/>
                </a:solidFill>
                <a:latin typeface="Nunito"/>
                <a:ea typeface="Nunito"/>
                <a:cs typeface="Nunito"/>
                <a:sym typeface="Nunito"/>
              </a:defRPr>
            </a:lvl8pPr>
            <a:lvl9pPr lvl="8" rtl="0">
              <a:buNone/>
              <a:defRPr sz="800" b="1">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5"/>
        <p:cNvGrpSpPr/>
        <p:nvPr/>
      </p:nvGrpSpPr>
      <p:grpSpPr>
        <a:xfrm>
          <a:off x="0" y="0"/>
          <a:ext cx="0" cy="0"/>
          <a:chOff x="0" y="0"/>
          <a:chExt cx="0" cy="0"/>
        </a:xfrm>
      </p:grpSpPr>
      <p:sp>
        <p:nvSpPr>
          <p:cNvPr id="66" name="Google Shape;66;p16"/>
          <p:cNvSpPr txBox="1">
            <a:spLocks noGrp="1"/>
          </p:cNvSpPr>
          <p:nvPr>
            <p:ph type="title"/>
          </p:nvPr>
        </p:nvSpPr>
        <p:spPr>
          <a:xfrm>
            <a:off x="202550" y="289279"/>
            <a:ext cx="8520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200"/>
              <a:buNone/>
              <a:defRPr/>
            </a:lvl1pPr>
            <a:lvl2pPr lvl="1" rtl="0">
              <a:spcBef>
                <a:spcPts val="0"/>
              </a:spcBef>
              <a:spcAft>
                <a:spcPts val="0"/>
              </a:spcAft>
              <a:buSzPts val="2500"/>
              <a:buNone/>
              <a:defRPr/>
            </a:lvl2pPr>
            <a:lvl3pPr lvl="2" rtl="0">
              <a:spcBef>
                <a:spcPts val="0"/>
              </a:spcBef>
              <a:spcAft>
                <a:spcPts val="0"/>
              </a:spcAft>
              <a:buSzPts val="2500"/>
              <a:buNone/>
              <a:defRPr/>
            </a:lvl3pPr>
            <a:lvl4pPr lvl="3" rtl="0">
              <a:spcBef>
                <a:spcPts val="0"/>
              </a:spcBef>
              <a:spcAft>
                <a:spcPts val="0"/>
              </a:spcAft>
              <a:buSzPts val="2500"/>
              <a:buNone/>
              <a:defRPr/>
            </a:lvl4pPr>
            <a:lvl5pPr lvl="4" rtl="0">
              <a:spcBef>
                <a:spcPts val="0"/>
              </a:spcBef>
              <a:spcAft>
                <a:spcPts val="0"/>
              </a:spcAft>
              <a:buSzPts val="2500"/>
              <a:buNone/>
              <a:defRPr/>
            </a:lvl5pPr>
            <a:lvl6pPr lvl="5" rtl="0">
              <a:spcBef>
                <a:spcPts val="0"/>
              </a:spcBef>
              <a:spcAft>
                <a:spcPts val="0"/>
              </a:spcAft>
              <a:buSzPts val="2500"/>
              <a:buNone/>
              <a:defRPr/>
            </a:lvl6pPr>
            <a:lvl7pPr lvl="6" rtl="0">
              <a:spcBef>
                <a:spcPts val="0"/>
              </a:spcBef>
              <a:spcAft>
                <a:spcPts val="0"/>
              </a:spcAft>
              <a:buSzPts val="2500"/>
              <a:buNone/>
              <a:defRPr/>
            </a:lvl7pPr>
            <a:lvl8pPr lvl="7" rtl="0">
              <a:spcBef>
                <a:spcPts val="0"/>
              </a:spcBef>
              <a:spcAft>
                <a:spcPts val="0"/>
              </a:spcAft>
              <a:buSzPts val="2500"/>
              <a:buNone/>
              <a:defRPr/>
            </a:lvl8pPr>
            <a:lvl9pPr lvl="8" rtl="0">
              <a:spcBef>
                <a:spcPts val="0"/>
              </a:spcBef>
              <a:spcAft>
                <a:spcPts val="0"/>
              </a:spcAft>
              <a:buSzPts val="2500"/>
              <a:buNone/>
              <a:defRPr/>
            </a:lvl9pPr>
          </a:lstStyle>
          <a:p>
            <a:endParaRPr/>
          </a:p>
        </p:txBody>
      </p:sp>
      <p:sp>
        <p:nvSpPr>
          <p:cNvPr id="67" name="Google Shape;67;p16"/>
          <p:cNvSpPr txBox="1">
            <a:spLocks noGrp="1"/>
          </p:cNvSpPr>
          <p:nvPr>
            <p:ph type="body" idx="1"/>
          </p:nvPr>
        </p:nvSpPr>
        <p:spPr>
          <a:xfrm>
            <a:off x="202550" y="861975"/>
            <a:ext cx="8629800" cy="3706800"/>
          </a:xfrm>
          <a:prstGeom prst="rect">
            <a:avLst/>
          </a:prstGeom>
        </p:spPr>
        <p:txBody>
          <a:bodyPr spcFirstLastPara="1" wrap="square" lIns="91425" tIns="91425" rIns="91425" bIns="91425" anchor="t" anchorCtr="0">
            <a:noAutofit/>
          </a:bodyPr>
          <a:lstStyle>
            <a:lvl1pPr marL="457200" lvl="0" indent="-323850" rtl="0">
              <a:spcBef>
                <a:spcPts val="0"/>
              </a:spcBef>
              <a:spcAft>
                <a:spcPts val="0"/>
              </a:spcAft>
              <a:buSzPts val="1500"/>
              <a:buFont typeface="Nunito"/>
              <a:buChar char="●"/>
              <a:defRPr>
                <a:latin typeface="Nunito"/>
                <a:ea typeface="Nunito"/>
                <a:cs typeface="Nunito"/>
                <a:sym typeface="Nunito"/>
              </a:defRPr>
            </a:lvl1pPr>
            <a:lvl2pPr marL="914400" lvl="1" indent="-311150" rtl="0">
              <a:spcBef>
                <a:spcPts val="1600"/>
              </a:spcBef>
              <a:spcAft>
                <a:spcPts val="0"/>
              </a:spcAft>
              <a:buSzPts val="1300"/>
              <a:buFont typeface="Nunito"/>
              <a:buChar char="○"/>
              <a:defRPr>
                <a:latin typeface="Nunito"/>
                <a:ea typeface="Nunito"/>
                <a:cs typeface="Nunito"/>
                <a:sym typeface="Nunito"/>
              </a:defRPr>
            </a:lvl2pPr>
            <a:lvl3pPr marL="1371600" lvl="2" indent="-304800" rtl="0">
              <a:spcBef>
                <a:spcPts val="1600"/>
              </a:spcBef>
              <a:spcAft>
                <a:spcPts val="0"/>
              </a:spcAft>
              <a:buSzPts val="1200"/>
              <a:buFont typeface="Nunito"/>
              <a:buChar char="■"/>
              <a:defRPr>
                <a:latin typeface="Nunito"/>
                <a:ea typeface="Nunito"/>
                <a:cs typeface="Nunito"/>
                <a:sym typeface="Nunito"/>
              </a:defRPr>
            </a:lvl3pPr>
            <a:lvl4pPr marL="1828800" lvl="3" indent="-298450" rtl="0">
              <a:spcBef>
                <a:spcPts val="1600"/>
              </a:spcBef>
              <a:spcAft>
                <a:spcPts val="0"/>
              </a:spcAft>
              <a:buSzPts val="1100"/>
              <a:buFont typeface="Nunito"/>
              <a:buChar char="●"/>
              <a:defRPr>
                <a:latin typeface="Nunito"/>
                <a:ea typeface="Nunito"/>
                <a:cs typeface="Nunito"/>
                <a:sym typeface="Nunito"/>
              </a:defRPr>
            </a:lvl4pPr>
            <a:lvl5pPr marL="2286000" lvl="4" indent="-292100" rtl="0">
              <a:spcBef>
                <a:spcPts val="1600"/>
              </a:spcBef>
              <a:spcAft>
                <a:spcPts val="0"/>
              </a:spcAft>
              <a:buSzPts val="1000"/>
              <a:buFont typeface="Nunito"/>
              <a:buChar char="○"/>
              <a:defRPr>
                <a:latin typeface="Nunito"/>
                <a:ea typeface="Nunito"/>
                <a:cs typeface="Nunito"/>
                <a:sym typeface="Nunito"/>
              </a:defRPr>
            </a:lvl5pPr>
            <a:lvl6pPr marL="2743200" lvl="5" indent="-285750" rtl="0">
              <a:spcBef>
                <a:spcPts val="1600"/>
              </a:spcBef>
              <a:spcAft>
                <a:spcPts val="0"/>
              </a:spcAft>
              <a:buSzPts val="900"/>
              <a:buFont typeface="Nunito"/>
              <a:buChar char="■"/>
              <a:defRPr>
                <a:latin typeface="Nunito"/>
                <a:ea typeface="Nunito"/>
                <a:cs typeface="Nunito"/>
                <a:sym typeface="Nunito"/>
              </a:defRPr>
            </a:lvl6pPr>
            <a:lvl7pPr marL="3200400" lvl="6" indent="-279400" rtl="0">
              <a:spcBef>
                <a:spcPts val="1600"/>
              </a:spcBef>
              <a:spcAft>
                <a:spcPts val="0"/>
              </a:spcAft>
              <a:buSzPts val="800"/>
              <a:buFont typeface="Nunito"/>
              <a:buChar char="●"/>
              <a:defRPr>
                <a:latin typeface="Nunito"/>
                <a:ea typeface="Nunito"/>
                <a:cs typeface="Nunito"/>
                <a:sym typeface="Nunito"/>
              </a:defRPr>
            </a:lvl7pPr>
            <a:lvl8pPr marL="3657600" lvl="7" indent="-273050" rtl="0">
              <a:spcBef>
                <a:spcPts val="1600"/>
              </a:spcBef>
              <a:spcAft>
                <a:spcPts val="0"/>
              </a:spcAft>
              <a:buSzPts val="700"/>
              <a:buFont typeface="Nunito"/>
              <a:buChar char="○"/>
              <a:defRPr>
                <a:latin typeface="Nunito"/>
                <a:ea typeface="Nunito"/>
                <a:cs typeface="Nunito"/>
                <a:sym typeface="Nunito"/>
              </a:defRPr>
            </a:lvl8pPr>
            <a:lvl9pPr marL="4114800" lvl="8" indent="-266700" rtl="0">
              <a:spcBef>
                <a:spcPts val="1600"/>
              </a:spcBef>
              <a:spcAft>
                <a:spcPts val="1600"/>
              </a:spcAft>
              <a:buSzPts val="600"/>
              <a:buFont typeface="Nunito"/>
              <a:buChar char="■"/>
              <a:defRPr>
                <a:latin typeface="Nunito"/>
                <a:ea typeface="Nunito"/>
                <a:cs typeface="Nunito"/>
                <a:sym typeface="Nunito"/>
              </a:defRPr>
            </a:lvl9pPr>
          </a:lstStyle>
          <a:p>
            <a:endParaRPr/>
          </a:p>
        </p:txBody>
      </p:sp>
      <p:sp>
        <p:nvSpPr>
          <p:cNvPr id="68" name="Google Shape;68;p16"/>
          <p:cNvSpPr txBox="1">
            <a:spLocks noGrp="1"/>
          </p:cNvSpPr>
          <p:nvPr>
            <p:ph type="sldNum" idx="12"/>
          </p:nvPr>
        </p:nvSpPr>
        <p:spPr>
          <a:xfrm>
            <a:off x="8832299" y="4946907"/>
            <a:ext cx="365400" cy="217200"/>
          </a:xfrm>
          <a:prstGeom prst="rect">
            <a:avLst/>
          </a:prstGeom>
        </p:spPr>
        <p:txBody>
          <a:bodyPr spcFirstLastPara="1" wrap="square" lIns="91425" tIns="91425" rIns="91425" bIns="91425" anchor="ctr" anchorCtr="0">
            <a:noAutofit/>
          </a:bodyPr>
          <a:lstStyle>
            <a:lvl1pPr lvl="0" rtl="0">
              <a:buNone/>
              <a:defRPr sz="800" b="1">
                <a:solidFill>
                  <a:srgbClr val="434343"/>
                </a:solidFill>
                <a:latin typeface="Nunito"/>
                <a:ea typeface="Nunito"/>
                <a:cs typeface="Nunito"/>
                <a:sym typeface="Nunito"/>
              </a:defRPr>
            </a:lvl1pPr>
            <a:lvl2pPr lvl="1" rtl="0">
              <a:buNone/>
              <a:defRPr sz="800" b="1">
                <a:solidFill>
                  <a:srgbClr val="434343"/>
                </a:solidFill>
                <a:latin typeface="Nunito"/>
                <a:ea typeface="Nunito"/>
                <a:cs typeface="Nunito"/>
                <a:sym typeface="Nunito"/>
              </a:defRPr>
            </a:lvl2pPr>
            <a:lvl3pPr lvl="2" rtl="0">
              <a:buNone/>
              <a:defRPr sz="800" b="1">
                <a:solidFill>
                  <a:srgbClr val="434343"/>
                </a:solidFill>
                <a:latin typeface="Nunito"/>
                <a:ea typeface="Nunito"/>
                <a:cs typeface="Nunito"/>
                <a:sym typeface="Nunito"/>
              </a:defRPr>
            </a:lvl3pPr>
            <a:lvl4pPr lvl="3" rtl="0">
              <a:buNone/>
              <a:defRPr sz="800" b="1">
                <a:solidFill>
                  <a:srgbClr val="434343"/>
                </a:solidFill>
                <a:latin typeface="Nunito"/>
                <a:ea typeface="Nunito"/>
                <a:cs typeface="Nunito"/>
                <a:sym typeface="Nunito"/>
              </a:defRPr>
            </a:lvl4pPr>
            <a:lvl5pPr lvl="4" rtl="0">
              <a:buNone/>
              <a:defRPr sz="800" b="1">
                <a:solidFill>
                  <a:srgbClr val="434343"/>
                </a:solidFill>
                <a:latin typeface="Nunito"/>
                <a:ea typeface="Nunito"/>
                <a:cs typeface="Nunito"/>
                <a:sym typeface="Nunito"/>
              </a:defRPr>
            </a:lvl5pPr>
            <a:lvl6pPr lvl="5" rtl="0">
              <a:buNone/>
              <a:defRPr sz="800" b="1">
                <a:solidFill>
                  <a:srgbClr val="434343"/>
                </a:solidFill>
                <a:latin typeface="Nunito"/>
                <a:ea typeface="Nunito"/>
                <a:cs typeface="Nunito"/>
                <a:sym typeface="Nunito"/>
              </a:defRPr>
            </a:lvl6pPr>
            <a:lvl7pPr lvl="6" rtl="0">
              <a:buNone/>
              <a:defRPr sz="800" b="1">
                <a:solidFill>
                  <a:srgbClr val="434343"/>
                </a:solidFill>
                <a:latin typeface="Nunito"/>
                <a:ea typeface="Nunito"/>
                <a:cs typeface="Nunito"/>
                <a:sym typeface="Nunito"/>
              </a:defRPr>
            </a:lvl7pPr>
            <a:lvl8pPr lvl="7" rtl="0">
              <a:buNone/>
              <a:defRPr sz="800" b="1">
                <a:solidFill>
                  <a:srgbClr val="434343"/>
                </a:solidFill>
                <a:latin typeface="Nunito"/>
                <a:ea typeface="Nunito"/>
                <a:cs typeface="Nunito"/>
                <a:sym typeface="Nunito"/>
              </a:defRPr>
            </a:lvl8pPr>
            <a:lvl9pPr lvl="8" rtl="0">
              <a:buNone/>
              <a:defRPr sz="800" b="1">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able">
  <p:cSld name="CUSTOM">
    <p:spTree>
      <p:nvGrpSpPr>
        <p:cNvPr id="1" name="Shape 69"/>
        <p:cNvGrpSpPr/>
        <p:nvPr/>
      </p:nvGrpSpPr>
      <p:grpSpPr>
        <a:xfrm>
          <a:off x="0" y="0"/>
          <a:ext cx="0" cy="0"/>
          <a:chOff x="0" y="0"/>
          <a:chExt cx="0" cy="0"/>
        </a:xfrm>
      </p:grpSpPr>
      <p:sp>
        <p:nvSpPr>
          <p:cNvPr id="70" name="Google Shape;70;p17"/>
          <p:cNvSpPr txBox="1">
            <a:spLocks noGrp="1"/>
          </p:cNvSpPr>
          <p:nvPr>
            <p:ph type="title"/>
          </p:nvPr>
        </p:nvSpPr>
        <p:spPr>
          <a:xfrm>
            <a:off x="201972" y="288368"/>
            <a:ext cx="8520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200"/>
              <a:buNone/>
              <a:defRPr/>
            </a:lvl1pPr>
            <a:lvl2pPr lvl="1" rtl="0">
              <a:spcBef>
                <a:spcPts val="0"/>
              </a:spcBef>
              <a:spcAft>
                <a:spcPts val="0"/>
              </a:spcAft>
              <a:buSzPts val="2500"/>
              <a:buNone/>
              <a:defRPr/>
            </a:lvl2pPr>
            <a:lvl3pPr lvl="2" rtl="0">
              <a:spcBef>
                <a:spcPts val="0"/>
              </a:spcBef>
              <a:spcAft>
                <a:spcPts val="0"/>
              </a:spcAft>
              <a:buSzPts val="2500"/>
              <a:buNone/>
              <a:defRPr/>
            </a:lvl3pPr>
            <a:lvl4pPr lvl="3" rtl="0">
              <a:spcBef>
                <a:spcPts val="0"/>
              </a:spcBef>
              <a:spcAft>
                <a:spcPts val="0"/>
              </a:spcAft>
              <a:buSzPts val="2500"/>
              <a:buNone/>
              <a:defRPr/>
            </a:lvl4pPr>
            <a:lvl5pPr lvl="4" rtl="0">
              <a:spcBef>
                <a:spcPts val="0"/>
              </a:spcBef>
              <a:spcAft>
                <a:spcPts val="0"/>
              </a:spcAft>
              <a:buSzPts val="2500"/>
              <a:buNone/>
              <a:defRPr/>
            </a:lvl5pPr>
            <a:lvl6pPr lvl="5" rtl="0">
              <a:spcBef>
                <a:spcPts val="0"/>
              </a:spcBef>
              <a:spcAft>
                <a:spcPts val="0"/>
              </a:spcAft>
              <a:buSzPts val="2500"/>
              <a:buNone/>
              <a:defRPr/>
            </a:lvl6pPr>
            <a:lvl7pPr lvl="6" rtl="0">
              <a:spcBef>
                <a:spcPts val="0"/>
              </a:spcBef>
              <a:spcAft>
                <a:spcPts val="0"/>
              </a:spcAft>
              <a:buSzPts val="2500"/>
              <a:buNone/>
              <a:defRPr/>
            </a:lvl7pPr>
            <a:lvl8pPr lvl="7" rtl="0">
              <a:spcBef>
                <a:spcPts val="0"/>
              </a:spcBef>
              <a:spcAft>
                <a:spcPts val="0"/>
              </a:spcAft>
              <a:buSzPts val="2500"/>
              <a:buNone/>
              <a:defRPr/>
            </a:lvl8pPr>
            <a:lvl9pPr lvl="8" rtl="0">
              <a:spcBef>
                <a:spcPts val="0"/>
              </a:spcBef>
              <a:spcAft>
                <a:spcPts val="0"/>
              </a:spcAft>
              <a:buSzPts val="2500"/>
              <a:buNone/>
              <a:defRPr/>
            </a:lvl9pPr>
          </a:lstStyle>
          <a:p>
            <a:endParaRPr/>
          </a:p>
        </p:txBody>
      </p:sp>
      <p:graphicFrame>
        <p:nvGraphicFramePr>
          <p:cNvPr id="71" name="Google Shape;71;p17"/>
          <p:cNvGraphicFramePr/>
          <p:nvPr/>
        </p:nvGraphicFramePr>
        <p:xfrm>
          <a:off x="201942" y="833662"/>
          <a:ext cx="3000000" cy="3000000"/>
        </p:xfrm>
        <a:graphic>
          <a:graphicData uri="http://schemas.openxmlformats.org/drawingml/2006/table">
            <a:tbl>
              <a:tblPr firstRow="1" bandRow="1">
                <a:noFill/>
                <a:tableStyleId>{2B9413B6-06D9-4716-A5BC-8756103C35D0}</a:tableStyleId>
              </a:tblPr>
              <a:tblGrid>
                <a:gridCol w="883125">
                  <a:extLst>
                    <a:ext uri="{9D8B030D-6E8A-4147-A177-3AD203B41FA5}">
                      <a16:colId xmlns:a16="http://schemas.microsoft.com/office/drawing/2014/main" val="20000"/>
                    </a:ext>
                  </a:extLst>
                </a:gridCol>
                <a:gridCol w="3886050">
                  <a:extLst>
                    <a:ext uri="{9D8B030D-6E8A-4147-A177-3AD203B41FA5}">
                      <a16:colId xmlns:a16="http://schemas.microsoft.com/office/drawing/2014/main" val="20001"/>
                    </a:ext>
                  </a:extLst>
                </a:gridCol>
                <a:gridCol w="3886050">
                  <a:extLst>
                    <a:ext uri="{9D8B030D-6E8A-4147-A177-3AD203B41FA5}">
                      <a16:colId xmlns:a16="http://schemas.microsoft.com/office/drawing/2014/main" val="20002"/>
                    </a:ext>
                  </a:extLst>
                </a:gridCol>
              </a:tblGrid>
              <a:tr h="673575">
                <a:tc>
                  <a:txBody>
                    <a:bodyPr/>
                    <a:lstStyle/>
                    <a:p>
                      <a:pPr marL="0" marR="0" lvl="0" indent="0" algn="l" rtl="0">
                        <a:lnSpc>
                          <a:spcPct val="100000"/>
                        </a:lnSpc>
                        <a:spcBef>
                          <a:spcPts val="0"/>
                        </a:spcBef>
                        <a:spcAft>
                          <a:spcPts val="0"/>
                        </a:spcAft>
                        <a:buNone/>
                      </a:pPr>
                      <a:r>
                        <a:rPr lang="en" u="none" strike="noStrike" cap="none">
                          <a:latin typeface="Nunito"/>
                          <a:ea typeface="Nunito"/>
                          <a:cs typeface="Nunito"/>
                          <a:sym typeface="Nunito"/>
                        </a:rPr>
                        <a:t>Cluster</a:t>
                      </a:r>
                      <a:endParaRPr>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None/>
                      </a:pPr>
                      <a:r>
                        <a:rPr lang="en" u="none" strike="noStrike" cap="none">
                          <a:latin typeface="Nunito"/>
                          <a:ea typeface="Nunito"/>
                          <a:cs typeface="Nunito"/>
                          <a:sym typeface="Nunito"/>
                        </a:rPr>
                        <a:t>Cluster Profile </a:t>
                      </a:r>
                      <a:endParaRPr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None/>
                      </a:pPr>
                      <a:r>
                        <a:rPr lang="en" u="none" strike="noStrike" cap="none">
                          <a:latin typeface="Nunito"/>
                          <a:ea typeface="Nunito"/>
                          <a:cs typeface="Nunito"/>
                          <a:sym typeface="Nunito"/>
                        </a:rPr>
                        <a:t>Business Insights for Marketing Team</a:t>
                      </a:r>
                      <a:endParaRPr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0"/>
                  </a:ext>
                </a:extLst>
              </a:tr>
              <a:tr h="753325">
                <a:tc>
                  <a:txBody>
                    <a:bodyPr/>
                    <a:lstStyle/>
                    <a:p>
                      <a:pPr marL="0" marR="0" lvl="0" indent="0" algn="l" rtl="0">
                        <a:lnSpc>
                          <a:spcPct val="100000"/>
                        </a:lnSpc>
                        <a:spcBef>
                          <a:spcPts val="0"/>
                        </a:spcBef>
                        <a:spcAft>
                          <a:spcPts val="0"/>
                        </a:spcAft>
                        <a:buNone/>
                      </a:pPr>
                      <a:r>
                        <a:rPr lang="en" sz="1200" u="none" strike="noStrike" cap="none">
                          <a:latin typeface="Nunito"/>
                          <a:ea typeface="Nunito"/>
                          <a:cs typeface="Nunito"/>
                          <a:sym typeface="Nunito"/>
                        </a:rPr>
                        <a:t>1</a:t>
                      </a:r>
                      <a:endParaRPr sz="1200">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None/>
                      </a:pPr>
                      <a:r>
                        <a:rPr lang="en" sz="1200" u="none" strike="noStrike" cap="none">
                          <a:latin typeface="Nunito"/>
                          <a:ea typeface="Nunito"/>
                          <a:cs typeface="Nunito"/>
                          <a:sym typeface="Nunito"/>
                        </a:rPr>
                        <a:t>High value customers who have many credit cards and prefer to engage online</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None/>
                      </a:pPr>
                      <a:r>
                        <a:rPr lang="en" sz="1200" u="none" strike="noStrike" cap="none">
                          <a:latin typeface="Nunito"/>
                          <a:ea typeface="Nunito"/>
                          <a:cs typeface="Nunito"/>
                          <a:sym typeface="Nunito"/>
                        </a:rPr>
                        <a:t>Engage Online – Set up priority calling in lines – Upsell and Cross sell premium products</a:t>
                      </a:r>
                      <a:endParaRPr sz="1200">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1"/>
                  </a:ext>
                </a:extLst>
              </a:tr>
              <a:tr h="669525">
                <a:tc>
                  <a:txBody>
                    <a:bodyPr/>
                    <a:lstStyle/>
                    <a:p>
                      <a:pPr marL="0" marR="0" lvl="0" indent="0" algn="l" rtl="0">
                        <a:lnSpc>
                          <a:spcPct val="100000"/>
                        </a:lnSpc>
                        <a:spcBef>
                          <a:spcPts val="0"/>
                        </a:spcBef>
                        <a:spcAft>
                          <a:spcPts val="0"/>
                        </a:spcAft>
                        <a:buNone/>
                      </a:pPr>
                      <a:r>
                        <a:rPr lang="en" sz="1200" u="none" strike="noStrike" cap="none">
                          <a:latin typeface="Nunito"/>
                          <a:ea typeface="Nunito"/>
                          <a:cs typeface="Nunito"/>
                          <a:sym typeface="Nunito"/>
                        </a:rPr>
                        <a:t>2</a:t>
                      </a:r>
                      <a:endParaRPr sz="1200">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None/>
                      </a:pPr>
                      <a:r>
                        <a:rPr lang="en" sz="1200" u="none" strike="noStrike" cap="none" baseline="30000">
                          <a:latin typeface="Nunito"/>
                          <a:ea typeface="Nunito"/>
                          <a:cs typeface="Nunito"/>
                          <a:sym typeface="Nunito"/>
                        </a:rPr>
                        <a:t>…</a:t>
                      </a:r>
                      <a:endParaRPr sz="1200">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None/>
                      </a:pPr>
                      <a:r>
                        <a:rPr lang="en" sz="1200" u="none" strike="noStrike" cap="none">
                          <a:latin typeface="Nunito"/>
                          <a:ea typeface="Nunito"/>
                          <a:cs typeface="Nunito"/>
                          <a:sym typeface="Nunito"/>
                        </a:rPr>
                        <a:t>..</a:t>
                      </a:r>
                      <a:endParaRPr sz="1200">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2"/>
                  </a:ext>
                </a:extLst>
              </a:tr>
              <a:tr h="669525">
                <a:tc>
                  <a:txBody>
                    <a:bodyPr/>
                    <a:lstStyle/>
                    <a:p>
                      <a:pPr marL="0" marR="0" lvl="0" indent="0" algn="l" rtl="0">
                        <a:lnSpc>
                          <a:spcPct val="100000"/>
                        </a:lnSpc>
                        <a:spcBef>
                          <a:spcPts val="0"/>
                        </a:spcBef>
                        <a:spcAft>
                          <a:spcPts val="0"/>
                        </a:spcAft>
                        <a:buNone/>
                      </a:pPr>
                      <a:r>
                        <a:rPr lang="en" sz="1200" u="none" strike="noStrike" cap="none">
                          <a:latin typeface="Nunito"/>
                          <a:ea typeface="Nunito"/>
                          <a:cs typeface="Nunito"/>
                          <a:sym typeface="Nunito"/>
                        </a:rPr>
                        <a:t>3</a:t>
                      </a:r>
                      <a:endParaRPr sz="1200">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None/>
                      </a:pPr>
                      <a:r>
                        <a:rPr lang="en" sz="1200" u="none" strike="noStrike" cap="none">
                          <a:latin typeface="Nunito"/>
                          <a:ea typeface="Nunito"/>
                          <a:cs typeface="Nunito"/>
                          <a:sym typeface="Nunito"/>
                        </a:rPr>
                        <a:t>…</a:t>
                      </a:r>
                      <a:endParaRPr sz="1200">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None/>
                      </a:pPr>
                      <a:r>
                        <a:rPr lang="en" sz="1200" u="none" strike="noStrike" cap="none">
                          <a:latin typeface="Nunito"/>
                          <a:ea typeface="Nunito"/>
                          <a:cs typeface="Nunito"/>
                          <a:sym typeface="Nunito"/>
                        </a:rPr>
                        <a:t>…</a:t>
                      </a:r>
                      <a:endParaRPr sz="1200">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3"/>
                  </a:ext>
                </a:extLst>
              </a:tr>
              <a:tr h="669525">
                <a:tc>
                  <a:txBody>
                    <a:bodyPr/>
                    <a:lstStyle/>
                    <a:p>
                      <a:pPr marL="0" marR="0" lvl="0" indent="0" algn="l" rtl="0">
                        <a:lnSpc>
                          <a:spcPct val="100000"/>
                        </a:lnSpc>
                        <a:spcBef>
                          <a:spcPts val="0"/>
                        </a:spcBef>
                        <a:spcAft>
                          <a:spcPts val="0"/>
                        </a:spcAft>
                        <a:buNone/>
                      </a:pP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None/>
                      </a:pP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None/>
                      </a:pP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4"/>
                  </a:ext>
                </a:extLst>
              </a:tr>
            </a:tbl>
          </a:graphicData>
        </a:graphic>
      </p:graphicFrame>
      <p:sp>
        <p:nvSpPr>
          <p:cNvPr id="72" name="Google Shape;72;p17"/>
          <p:cNvSpPr txBox="1">
            <a:spLocks noGrp="1"/>
          </p:cNvSpPr>
          <p:nvPr>
            <p:ph type="sldNum" idx="12"/>
          </p:nvPr>
        </p:nvSpPr>
        <p:spPr>
          <a:xfrm>
            <a:off x="8832299" y="4946907"/>
            <a:ext cx="365400" cy="217200"/>
          </a:xfrm>
          <a:prstGeom prst="rect">
            <a:avLst/>
          </a:prstGeom>
        </p:spPr>
        <p:txBody>
          <a:bodyPr spcFirstLastPara="1" wrap="square" lIns="91425" tIns="91425" rIns="91425" bIns="91425" anchor="ctr" anchorCtr="0">
            <a:noAutofit/>
          </a:bodyPr>
          <a:lstStyle>
            <a:lvl1pPr lvl="0" rtl="0">
              <a:buNone/>
              <a:defRPr sz="800" b="1">
                <a:solidFill>
                  <a:srgbClr val="434343"/>
                </a:solidFill>
                <a:latin typeface="Nunito"/>
                <a:ea typeface="Nunito"/>
                <a:cs typeface="Nunito"/>
                <a:sym typeface="Nunito"/>
              </a:defRPr>
            </a:lvl1pPr>
            <a:lvl2pPr lvl="1" rtl="0">
              <a:buNone/>
              <a:defRPr sz="800" b="1">
                <a:solidFill>
                  <a:srgbClr val="434343"/>
                </a:solidFill>
                <a:latin typeface="Nunito"/>
                <a:ea typeface="Nunito"/>
                <a:cs typeface="Nunito"/>
                <a:sym typeface="Nunito"/>
              </a:defRPr>
            </a:lvl2pPr>
            <a:lvl3pPr lvl="2" rtl="0">
              <a:buNone/>
              <a:defRPr sz="800" b="1">
                <a:solidFill>
                  <a:srgbClr val="434343"/>
                </a:solidFill>
                <a:latin typeface="Nunito"/>
                <a:ea typeface="Nunito"/>
                <a:cs typeface="Nunito"/>
                <a:sym typeface="Nunito"/>
              </a:defRPr>
            </a:lvl3pPr>
            <a:lvl4pPr lvl="3" rtl="0">
              <a:buNone/>
              <a:defRPr sz="800" b="1">
                <a:solidFill>
                  <a:srgbClr val="434343"/>
                </a:solidFill>
                <a:latin typeface="Nunito"/>
                <a:ea typeface="Nunito"/>
                <a:cs typeface="Nunito"/>
                <a:sym typeface="Nunito"/>
              </a:defRPr>
            </a:lvl4pPr>
            <a:lvl5pPr lvl="4" rtl="0">
              <a:buNone/>
              <a:defRPr sz="800" b="1">
                <a:solidFill>
                  <a:srgbClr val="434343"/>
                </a:solidFill>
                <a:latin typeface="Nunito"/>
                <a:ea typeface="Nunito"/>
                <a:cs typeface="Nunito"/>
                <a:sym typeface="Nunito"/>
              </a:defRPr>
            </a:lvl5pPr>
            <a:lvl6pPr lvl="5" rtl="0">
              <a:buNone/>
              <a:defRPr sz="800" b="1">
                <a:solidFill>
                  <a:srgbClr val="434343"/>
                </a:solidFill>
                <a:latin typeface="Nunito"/>
                <a:ea typeface="Nunito"/>
                <a:cs typeface="Nunito"/>
                <a:sym typeface="Nunito"/>
              </a:defRPr>
            </a:lvl6pPr>
            <a:lvl7pPr lvl="6" rtl="0">
              <a:buNone/>
              <a:defRPr sz="800" b="1">
                <a:solidFill>
                  <a:srgbClr val="434343"/>
                </a:solidFill>
                <a:latin typeface="Nunito"/>
                <a:ea typeface="Nunito"/>
                <a:cs typeface="Nunito"/>
                <a:sym typeface="Nunito"/>
              </a:defRPr>
            </a:lvl7pPr>
            <a:lvl8pPr lvl="7" rtl="0">
              <a:buNone/>
              <a:defRPr sz="800" b="1">
                <a:solidFill>
                  <a:srgbClr val="434343"/>
                </a:solidFill>
                <a:latin typeface="Nunito"/>
                <a:ea typeface="Nunito"/>
                <a:cs typeface="Nunito"/>
                <a:sym typeface="Nunito"/>
              </a:defRPr>
            </a:lvl8pPr>
            <a:lvl9pPr lvl="8" rtl="0">
              <a:buNone/>
              <a:defRPr sz="800" b="1">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73"/>
        <p:cNvGrpSpPr/>
        <p:nvPr/>
      </p:nvGrpSpPr>
      <p:grpSpPr>
        <a:xfrm>
          <a:off x="0" y="0"/>
          <a:ext cx="0" cy="0"/>
          <a:chOff x="0" y="0"/>
          <a:chExt cx="0" cy="0"/>
        </a:xfrm>
      </p:grpSpPr>
      <p:sp>
        <p:nvSpPr>
          <p:cNvPr id="74" name="Google Shape;74;p18"/>
          <p:cNvSpPr txBox="1">
            <a:spLocks noGrp="1"/>
          </p:cNvSpPr>
          <p:nvPr>
            <p:ph type="title"/>
          </p:nvPr>
        </p:nvSpPr>
        <p:spPr>
          <a:xfrm>
            <a:off x="201972" y="288368"/>
            <a:ext cx="8520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200"/>
              <a:buNone/>
              <a:defRPr/>
            </a:lvl1pPr>
            <a:lvl2pPr lvl="1" rtl="0">
              <a:spcBef>
                <a:spcPts val="0"/>
              </a:spcBef>
              <a:spcAft>
                <a:spcPts val="0"/>
              </a:spcAft>
              <a:buSzPts val="2500"/>
              <a:buNone/>
              <a:defRPr/>
            </a:lvl2pPr>
            <a:lvl3pPr lvl="2" rtl="0">
              <a:spcBef>
                <a:spcPts val="0"/>
              </a:spcBef>
              <a:spcAft>
                <a:spcPts val="0"/>
              </a:spcAft>
              <a:buSzPts val="2500"/>
              <a:buNone/>
              <a:defRPr/>
            </a:lvl3pPr>
            <a:lvl4pPr lvl="3" rtl="0">
              <a:spcBef>
                <a:spcPts val="0"/>
              </a:spcBef>
              <a:spcAft>
                <a:spcPts val="0"/>
              </a:spcAft>
              <a:buSzPts val="2500"/>
              <a:buNone/>
              <a:defRPr/>
            </a:lvl4pPr>
            <a:lvl5pPr lvl="4" rtl="0">
              <a:spcBef>
                <a:spcPts val="0"/>
              </a:spcBef>
              <a:spcAft>
                <a:spcPts val="0"/>
              </a:spcAft>
              <a:buSzPts val="2500"/>
              <a:buNone/>
              <a:defRPr/>
            </a:lvl5pPr>
            <a:lvl6pPr lvl="5" rtl="0">
              <a:spcBef>
                <a:spcPts val="0"/>
              </a:spcBef>
              <a:spcAft>
                <a:spcPts val="0"/>
              </a:spcAft>
              <a:buSzPts val="2500"/>
              <a:buNone/>
              <a:defRPr/>
            </a:lvl6pPr>
            <a:lvl7pPr lvl="6" rtl="0">
              <a:spcBef>
                <a:spcPts val="0"/>
              </a:spcBef>
              <a:spcAft>
                <a:spcPts val="0"/>
              </a:spcAft>
              <a:buSzPts val="2500"/>
              <a:buNone/>
              <a:defRPr/>
            </a:lvl7pPr>
            <a:lvl8pPr lvl="7" rtl="0">
              <a:spcBef>
                <a:spcPts val="0"/>
              </a:spcBef>
              <a:spcAft>
                <a:spcPts val="0"/>
              </a:spcAft>
              <a:buSzPts val="2500"/>
              <a:buNone/>
              <a:defRPr/>
            </a:lvl8pPr>
            <a:lvl9pPr lvl="8" rtl="0">
              <a:spcBef>
                <a:spcPts val="0"/>
              </a:spcBef>
              <a:spcAft>
                <a:spcPts val="0"/>
              </a:spcAft>
              <a:buSzPts val="2500"/>
              <a:buNone/>
              <a:defRPr/>
            </a:lvl9pPr>
          </a:lstStyle>
          <a:p>
            <a:endParaRPr/>
          </a:p>
        </p:txBody>
      </p:sp>
      <p:sp>
        <p:nvSpPr>
          <p:cNvPr id="75" name="Google Shape;75;p18"/>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
        <p:nvSpPr>
          <p:cNvPr id="76" name="Google Shape;76;p18"/>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
        <p:nvSpPr>
          <p:cNvPr id="77" name="Google Shape;77;p18"/>
          <p:cNvSpPr txBox="1">
            <a:spLocks noGrp="1"/>
          </p:cNvSpPr>
          <p:nvPr>
            <p:ph type="sldNum" idx="12"/>
          </p:nvPr>
        </p:nvSpPr>
        <p:spPr>
          <a:xfrm>
            <a:off x="8832299" y="4946907"/>
            <a:ext cx="365400" cy="217200"/>
          </a:xfrm>
          <a:prstGeom prst="rect">
            <a:avLst/>
          </a:prstGeom>
        </p:spPr>
        <p:txBody>
          <a:bodyPr spcFirstLastPara="1" wrap="square" lIns="91425" tIns="91425" rIns="91425" bIns="91425" anchor="ctr" anchorCtr="0">
            <a:noAutofit/>
          </a:bodyPr>
          <a:lstStyle>
            <a:lvl1pPr lvl="0" rtl="0">
              <a:buNone/>
              <a:defRPr sz="800" b="1">
                <a:solidFill>
                  <a:srgbClr val="434343"/>
                </a:solidFill>
                <a:latin typeface="Nunito"/>
                <a:ea typeface="Nunito"/>
                <a:cs typeface="Nunito"/>
                <a:sym typeface="Nunito"/>
              </a:defRPr>
            </a:lvl1pPr>
            <a:lvl2pPr lvl="1" rtl="0">
              <a:buNone/>
              <a:defRPr sz="800" b="1">
                <a:solidFill>
                  <a:srgbClr val="434343"/>
                </a:solidFill>
                <a:latin typeface="Nunito"/>
                <a:ea typeface="Nunito"/>
                <a:cs typeface="Nunito"/>
                <a:sym typeface="Nunito"/>
              </a:defRPr>
            </a:lvl2pPr>
            <a:lvl3pPr lvl="2" rtl="0">
              <a:buNone/>
              <a:defRPr sz="800" b="1">
                <a:solidFill>
                  <a:srgbClr val="434343"/>
                </a:solidFill>
                <a:latin typeface="Nunito"/>
                <a:ea typeface="Nunito"/>
                <a:cs typeface="Nunito"/>
                <a:sym typeface="Nunito"/>
              </a:defRPr>
            </a:lvl3pPr>
            <a:lvl4pPr lvl="3" rtl="0">
              <a:buNone/>
              <a:defRPr sz="800" b="1">
                <a:solidFill>
                  <a:srgbClr val="434343"/>
                </a:solidFill>
                <a:latin typeface="Nunito"/>
                <a:ea typeface="Nunito"/>
                <a:cs typeface="Nunito"/>
                <a:sym typeface="Nunito"/>
              </a:defRPr>
            </a:lvl4pPr>
            <a:lvl5pPr lvl="4" rtl="0">
              <a:buNone/>
              <a:defRPr sz="800" b="1">
                <a:solidFill>
                  <a:srgbClr val="434343"/>
                </a:solidFill>
                <a:latin typeface="Nunito"/>
                <a:ea typeface="Nunito"/>
                <a:cs typeface="Nunito"/>
                <a:sym typeface="Nunito"/>
              </a:defRPr>
            </a:lvl5pPr>
            <a:lvl6pPr lvl="5" rtl="0">
              <a:buNone/>
              <a:defRPr sz="800" b="1">
                <a:solidFill>
                  <a:srgbClr val="434343"/>
                </a:solidFill>
                <a:latin typeface="Nunito"/>
                <a:ea typeface="Nunito"/>
                <a:cs typeface="Nunito"/>
                <a:sym typeface="Nunito"/>
              </a:defRPr>
            </a:lvl6pPr>
            <a:lvl7pPr lvl="6" rtl="0">
              <a:buNone/>
              <a:defRPr sz="800" b="1">
                <a:solidFill>
                  <a:srgbClr val="434343"/>
                </a:solidFill>
                <a:latin typeface="Nunito"/>
                <a:ea typeface="Nunito"/>
                <a:cs typeface="Nunito"/>
                <a:sym typeface="Nunito"/>
              </a:defRPr>
            </a:lvl7pPr>
            <a:lvl8pPr lvl="7" rtl="0">
              <a:buNone/>
              <a:defRPr sz="800" b="1">
                <a:solidFill>
                  <a:srgbClr val="434343"/>
                </a:solidFill>
                <a:latin typeface="Nunito"/>
                <a:ea typeface="Nunito"/>
                <a:cs typeface="Nunito"/>
                <a:sym typeface="Nunito"/>
              </a:defRPr>
            </a:lvl8pPr>
            <a:lvl9pPr lvl="8" rtl="0">
              <a:buNone/>
              <a:defRPr sz="800" b="1">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8"/>
        <p:cNvGrpSpPr/>
        <p:nvPr/>
      </p:nvGrpSpPr>
      <p:grpSpPr>
        <a:xfrm>
          <a:off x="0" y="0"/>
          <a:ext cx="0" cy="0"/>
          <a:chOff x="0" y="0"/>
          <a:chExt cx="0" cy="0"/>
        </a:xfrm>
      </p:grpSpPr>
      <p:sp>
        <p:nvSpPr>
          <p:cNvPr id="79" name="Google Shape;79;p19"/>
          <p:cNvSpPr txBox="1">
            <a:spLocks noGrp="1"/>
          </p:cNvSpPr>
          <p:nvPr>
            <p:ph type="title"/>
          </p:nvPr>
        </p:nvSpPr>
        <p:spPr>
          <a:xfrm>
            <a:off x="201972" y="288368"/>
            <a:ext cx="8520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200"/>
              <a:buNone/>
              <a:defRPr/>
            </a:lvl1pPr>
            <a:lvl2pPr lvl="1" rtl="0">
              <a:spcBef>
                <a:spcPts val="0"/>
              </a:spcBef>
              <a:spcAft>
                <a:spcPts val="0"/>
              </a:spcAft>
              <a:buSzPts val="2500"/>
              <a:buNone/>
              <a:defRPr/>
            </a:lvl2pPr>
            <a:lvl3pPr lvl="2" rtl="0">
              <a:spcBef>
                <a:spcPts val="0"/>
              </a:spcBef>
              <a:spcAft>
                <a:spcPts val="0"/>
              </a:spcAft>
              <a:buSzPts val="2500"/>
              <a:buNone/>
              <a:defRPr/>
            </a:lvl3pPr>
            <a:lvl4pPr lvl="3" rtl="0">
              <a:spcBef>
                <a:spcPts val="0"/>
              </a:spcBef>
              <a:spcAft>
                <a:spcPts val="0"/>
              </a:spcAft>
              <a:buSzPts val="2500"/>
              <a:buNone/>
              <a:defRPr/>
            </a:lvl4pPr>
            <a:lvl5pPr lvl="4" rtl="0">
              <a:spcBef>
                <a:spcPts val="0"/>
              </a:spcBef>
              <a:spcAft>
                <a:spcPts val="0"/>
              </a:spcAft>
              <a:buSzPts val="2500"/>
              <a:buNone/>
              <a:defRPr/>
            </a:lvl5pPr>
            <a:lvl6pPr lvl="5" rtl="0">
              <a:spcBef>
                <a:spcPts val="0"/>
              </a:spcBef>
              <a:spcAft>
                <a:spcPts val="0"/>
              </a:spcAft>
              <a:buSzPts val="2500"/>
              <a:buNone/>
              <a:defRPr/>
            </a:lvl6pPr>
            <a:lvl7pPr lvl="6" rtl="0">
              <a:spcBef>
                <a:spcPts val="0"/>
              </a:spcBef>
              <a:spcAft>
                <a:spcPts val="0"/>
              </a:spcAft>
              <a:buSzPts val="2500"/>
              <a:buNone/>
              <a:defRPr/>
            </a:lvl7pPr>
            <a:lvl8pPr lvl="7" rtl="0">
              <a:spcBef>
                <a:spcPts val="0"/>
              </a:spcBef>
              <a:spcAft>
                <a:spcPts val="0"/>
              </a:spcAft>
              <a:buSzPts val="2500"/>
              <a:buNone/>
              <a:defRPr/>
            </a:lvl8pPr>
            <a:lvl9pPr lvl="8" rtl="0">
              <a:spcBef>
                <a:spcPts val="0"/>
              </a:spcBef>
              <a:spcAft>
                <a:spcPts val="0"/>
              </a:spcAft>
              <a:buSzPts val="2500"/>
              <a:buNone/>
              <a:defRPr/>
            </a:lvl9pPr>
          </a:lstStyle>
          <a:p>
            <a:endParaRPr/>
          </a:p>
        </p:txBody>
      </p:sp>
      <p:sp>
        <p:nvSpPr>
          <p:cNvPr id="80" name="Google Shape;80;p19"/>
          <p:cNvSpPr txBox="1">
            <a:spLocks noGrp="1"/>
          </p:cNvSpPr>
          <p:nvPr>
            <p:ph type="sldNum" idx="12"/>
          </p:nvPr>
        </p:nvSpPr>
        <p:spPr>
          <a:xfrm>
            <a:off x="8832299" y="4946907"/>
            <a:ext cx="365400" cy="217200"/>
          </a:xfrm>
          <a:prstGeom prst="rect">
            <a:avLst/>
          </a:prstGeom>
        </p:spPr>
        <p:txBody>
          <a:bodyPr spcFirstLastPara="1" wrap="square" lIns="91425" tIns="91425" rIns="91425" bIns="91425" anchor="ctr" anchorCtr="0">
            <a:noAutofit/>
          </a:bodyPr>
          <a:lstStyle>
            <a:lvl1pPr lvl="0" rtl="0">
              <a:buNone/>
              <a:defRPr sz="800" b="1">
                <a:solidFill>
                  <a:srgbClr val="434343"/>
                </a:solidFill>
                <a:latin typeface="Nunito"/>
                <a:ea typeface="Nunito"/>
                <a:cs typeface="Nunito"/>
                <a:sym typeface="Nunito"/>
              </a:defRPr>
            </a:lvl1pPr>
            <a:lvl2pPr lvl="1" rtl="0">
              <a:buNone/>
              <a:defRPr sz="800" b="1">
                <a:solidFill>
                  <a:srgbClr val="434343"/>
                </a:solidFill>
                <a:latin typeface="Nunito"/>
                <a:ea typeface="Nunito"/>
                <a:cs typeface="Nunito"/>
                <a:sym typeface="Nunito"/>
              </a:defRPr>
            </a:lvl2pPr>
            <a:lvl3pPr lvl="2" rtl="0">
              <a:buNone/>
              <a:defRPr sz="800" b="1">
                <a:solidFill>
                  <a:srgbClr val="434343"/>
                </a:solidFill>
                <a:latin typeface="Nunito"/>
                <a:ea typeface="Nunito"/>
                <a:cs typeface="Nunito"/>
                <a:sym typeface="Nunito"/>
              </a:defRPr>
            </a:lvl3pPr>
            <a:lvl4pPr lvl="3" rtl="0">
              <a:buNone/>
              <a:defRPr sz="800" b="1">
                <a:solidFill>
                  <a:srgbClr val="434343"/>
                </a:solidFill>
                <a:latin typeface="Nunito"/>
                <a:ea typeface="Nunito"/>
                <a:cs typeface="Nunito"/>
                <a:sym typeface="Nunito"/>
              </a:defRPr>
            </a:lvl4pPr>
            <a:lvl5pPr lvl="4" rtl="0">
              <a:buNone/>
              <a:defRPr sz="800" b="1">
                <a:solidFill>
                  <a:srgbClr val="434343"/>
                </a:solidFill>
                <a:latin typeface="Nunito"/>
                <a:ea typeface="Nunito"/>
                <a:cs typeface="Nunito"/>
                <a:sym typeface="Nunito"/>
              </a:defRPr>
            </a:lvl5pPr>
            <a:lvl6pPr lvl="5" rtl="0">
              <a:buNone/>
              <a:defRPr sz="800" b="1">
                <a:solidFill>
                  <a:srgbClr val="434343"/>
                </a:solidFill>
                <a:latin typeface="Nunito"/>
                <a:ea typeface="Nunito"/>
                <a:cs typeface="Nunito"/>
                <a:sym typeface="Nunito"/>
              </a:defRPr>
            </a:lvl6pPr>
            <a:lvl7pPr lvl="6" rtl="0">
              <a:buNone/>
              <a:defRPr sz="800" b="1">
                <a:solidFill>
                  <a:srgbClr val="434343"/>
                </a:solidFill>
                <a:latin typeface="Nunito"/>
                <a:ea typeface="Nunito"/>
                <a:cs typeface="Nunito"/>
                <a:sym typeface="Nunito"/>
              </a:defRPr>
            </a:lvl7pPr>
            <a:lvl8pPr lvl="7" rtl="0">
              <a:buNone/>
              <a:defRPr sz="800" b="1">
                <a:solidFill>
                  <a:srgbClr val="434343"/>
                </a:solidFill>
                <a:latin typeface="Nunito"/>
                <a:ea typeface="Nunito"/>
                <a:cs typeface="Nunito"/>
                <a:sym typeface="Nunito"/>
              </a:defRPr>
            </a:lvl8pPr>
            <a:lvl9pPr lvl="8" rtl="0">
              <a:buNone/>
              <a:defRPr sz="800" b="1">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81"/>
        <p:cNvGrpSpPr/>
        <p:nvPr/>
      </p:nvGrpSpPr>
      <p:grpSpPr>
        <a:xfrm>
          <a:off x="0" y="0"/>
          <a:ext cx="0" cy="0"/>
          <a:chOff x="0" y="0"/>
          <a:chExt cx="0" cy="0"/>
        </a:xfrm>
      </p:grpSpPr>
      <p:sp>
        <p:nvSpPr>
          <p:cNvPr id="82" name="Google Shape;82;p20"/>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
        <p:nvSpPr>
          <p:cNvPr id="83" name="Google Shape;83;p20"/>
          <p:cNvSpPr txBox="1">
            <a:spLocks noGrp="1"/>
          </p:cNvSpPr>
          <p:nvPr>
            <p:ph type="sldNum" idx="12"/>
          </p:nvPr>
        </p:nvSpPr>
        <p:spPr>
          <a:xfrm>
            <a:off x="8832299" y="4946907"/>
            <a:ext cx="365400" cy="217200"/>
          </a:xfrm>
          <a:prstGeom prst="rect">
            <a:avLst/>
          </a:prstGeom>
        </p:spPr>
        <p:txBody>
          <a:bodyPr spcFirstLastPara="1" wrap="square" lIns="91425" tIns="91425" rIns="91425" bIns="91425" anchor="ctr" anchorCtr="0">
            <a:noAutofit/>
          </a:bodyPr>
          <a:lstStyle>
            <a:lvl1pPr lvl="0" rtl="0">
              <a:buNone/>
              <a:defRPr sz="800" b="1">
                <a:solidFill>
                  <a:srgbClr val="434343"/>
                </a:solidFill>
                <a:latin typeface="Nunito"/>
                <a:ea typeface="Nunito"/>
                <a:cs typeface="Nunito"/>
                <a:sym typeface="Nunito"/>
              </a:defRPr>
            </a:lvl1pPr>
            <a:lvl2pPr lvl="1" rtl="0">
              <a:buNone/>
              <a:defRPr sz="800" b="1">
                <a:solidFill>
                  <a:srgbClr val="434343"/>
                </a:solidFill>
                <a:latin typeface="Nunito"/>
                <a:ea typeface="Nunito"/>
                <a:cs typeface="Nunito"/>
                <a:sym typeface="Nunito"/>
              </a:defRPr>
            </a:lvl2pPr>
            <a:lvl3pPr lvl="2" rtl="0">
              <a:buNone/>
              <a:defRPr sz="800" b="1">
                <a:solidFill>
                  <a:srgbClr val="434343"/>
                </a:solidFill>
                <a:latin typeface="Nunito"/>
                <a:ea typeface="Nunito"/>
                <a:cs typeface="Nunito"/>
                <a:sym typeface="Nunito"/>
              </a:defRPr>
            </a:lvl3pPr>
            <a:lvl4pPr lvl="3" rtl="0">
              <a:buNone/>
              <a:defRPr sz="800" b="1">
                <a:solidFill>
                  <a:srgbClr val="434343"/>
                </a:solidFill>
                <a:latin typeface="Nunito"/>
                <a:ea typeface="Nunito"/>
                <a:cs typeface="Nunito"/>
                <a:sym typeface="Nunito"/>
              </a:defRPr>
            </a:lvl4pPr>
            <a:lvl5pPr lvl="4" rtl="0">
              <a:buNone/>
              <a:defRPr sz="800" b="1">
                <a:solidFill>
                  <a:srgbClr val="434343"/>
                </a:solidFill>
                <a:latin typeface="Nunito"/>
                <a:ea typeface="Nunito"/>
                <a:cs typeface="Nunito"/>
                <a:sym typeface="Nunito"/>
              </a:defRPr>
            </a:lvl5pPr>
            <a:lvl6pPr lvl="5" rtl="0">
              <a:buNone/>
              <a:defRPr sz="800" b="1">
                <a:solidFill>
                  <a:srgbClr val="434343"/>
                </a:solidFill>
                <a:latin typeface="Nunito"/>
                <a:ea typeface="Nunito"/>
                <a:cs typeface="Nunito"/>
                <a:sym typeface="Nunito"/>
              </a:defRPr>
            </a:lvl6pPr>
            <a:lvl7pPr lvl="6" rtl="0">
              <a:buNone/>
              <a:defRPr sz="800" b="1">
                <a:solidFill>
                  <a:srgbClr val="434343"/>
                </a:solidFill>
                <a:latin typeface="Nunito"/>
                <a:ea typeface="Nunito"/>
                <a:cs typeface="Nunito"/>
                <a:sym typeface="Nunito"/>
              </a:defRPr>
            </a:lvl7pPr>
            <a:lvl8pPr lvl="7" rtl="0">
              <a:buNone/>
              <a:defRPr sz="800" b="1">
                <a:solidFill>
                  <a:srgbClr val="434343"/>
                </a:solidFill>
                <a:latin typeface="Nunito"/>
                <a:ea typeface="Nunito"/>
                <a:cs typeface="Nunito"/>
                <a:sym typeface="Nunito"/>
              </a:defRPr>
            </a:lvl8pPr>
            <a:lvl9pPr lvl="8" rtl="0">
              <a:buNone/>
              <a:defRPr sz="800" b="1">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84"/>
        <p:cNvGrpSpPr/>
        <p:nvPr/>
      </p:nvGrpSpPr>
      <p:grpSpPr>
        <a:xfrm>
          <a:off x="0" y="0"/>
          <a:ext cx="0" cy="0"/>
          <a:chOff x="0" y="0"/>
          <a:chExt cx="0" cy="0"/>
        </a:xfrm>
      </p:grpSpPr>
      <p:sp>
        <p:nvSpPr>
          <p:cNvPr id="85" name="Google Shape;85;p21"/>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21"/>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4200"/>
              <a:buNone/>
              <a:defRPr sz="42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87" name="Google Shape;87;p21"/>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sz="21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88" name="Google Shape;88;p21"/>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23850" rtl="0">
              <a:spcBef>
                <a:spcPts val="0"/>
              </a:spcBef>
              <a:spcAft>
                <a:spcPts val="0"/>
              </a:spcAft>
              <a:buSzPts val="1500"/>
              <a:buChar char="●"/>
              <a:defRPr/>
            </a:lvl1pPr>
            <a:lvl2pPr marL="914400" lvl="1" indent="-311150" rtl="0">
              <a:spcBef>
                <a:spcPts val="1600"/>
              </a:spcBef>
              <a:spcAft>
                <a:spcPts val="0"/>
              </a:spcAft>
              <a:buSzPts val="1300"/>
              <a:buChar char="○"/>
              <a:defRPr/>
            </a:lvl2pPr>
            <a:lvl3pPr marL="1371600" lvl="2" indent="-304800" rtl="0">
              <a:spcBef>
                <a:spcPts val="1600"/>
              </a:spcBef>
              <a:spcAft>
                <a:spcPts val="0"/>
              </a:spcAft>
              <a:buSzPts val="1200"/>
              <a:buChar char="■"/>
              <a:defRPr/>
            </a:lvl3pPr>
            <a:lvl4pPr marL="1828800" lvl="3" indent="-298450" rtl="0">
              <a:spcBef>
                <a:spcPts val="1600"/>
              </a:spcBef>
              <a:spcAft>
                <a:spcPts val="0"/>
              </a:spcAft>
              <a:buSzPts val="1100"/>
              <a:buChar char="●"/>
              <a:defRPr/>
            </a:lvl4pPr>
            <a:lvl5pPr marL="2286000" lvl="4" indent="-292100" rtl="0">
              <a:spcBef>
                <a:spcPts val="1600"/>
              </a:spcBef>
              <a:spcAft>
                <a:spcPts val="0"/>
              </a:spcAft>
              <a:buSzPts val="1000"/>
              <a:buChar char="○"/>
              <a:defRPr/>
            </a:lvl5pPr>
            <a:lvl6pPr marL="2743200" lvl="5" indent="-285750" rtl="0">
              <a:spcBef>
                <a:spcPts val="1600"/>
              </a:spcBef>
              <a:spcAft>
                <a:spcPts val="0"/>
              </a:spcAft>
              <a:buSzPts val="900"/>
              <a:buChar char="■"/>
              <a:defRPr/>
            </a:lvl6pPr>
            <a:lvl7pPr marL="3200400" lvl="6" indent="-279400" rtl="0">
              <a:spcBef>
                <a:spcPts val="1600"/>
              </a:spcBef>
              <a:spcAft>
                <a:spcPts val="0"/>
              </a:spcAft>
              <a:buSzPts val="800"/>
              <a:buChar char="●"/>
              <a:defRPr/>
            </a:lvl7pPr>
            <a:lvl8pPr marL="3657600" lvl="7" indent="-273050" rtl="0">
              <a:spcBef>
                <a:spcPts val="1600"/>
              </a:spcBef>
              <a:spcAft>
                <a:spcPts val="0"/>
              </a:spcAft>
              <a:buSzPts val="700"/>
              <a:buChar char="○"/>
              <a:defRPr/>
            </a:lvl8pPr>
            <a:lvl9pPr marL="4114800" lvl="8" indent="-266700" rtl="0">
              <a:spcBef>
                <a:spcPts val="1600"/>
              </a:spcBef>
              <a:spcAft>
                <a:spcPts val="1600"/>
              </a:spcAft>
              <a:buSzPts val="600"/>
              <a:buChar char="■"/>
              <a:defRPr/>
            </a:lvl9pPr>
          </a:lstStyle>
          <a:p>
            <a:endParaRPr/>
          </a:p>
        </p:txBody>
      </p:sp>
      <p:sp>
        <p:nvSpPr>
          <p:cNvPr id="89" name="Google Shape;89;p21"/>
          <p:cNvSpPr txBox="1">
            <a:spLocks noGrp="1"/>
          </p:cNvSpPr>
          <p:nvPr>
            <p:ph type="sldNum" idx="12"/>
          </p:nvPr>
        </p:nvSpPr>
        <p:spPr>
          <a:xfrm>
            <a:off x="8832299" y="4946907"/>
            <a:ext cx="365400" cy="217200"/>
          </a:xfrm>
          <a:prstGeom prst="rect">
            <a:avLst/>
          </a:prstGeom>
        </p:spPr>
        <p:txBody>
          <a:bodyPr spcFirstLastPara="1" wrap="square" lIns="91425" tIns="91425" rIns="91425" bIns="91425" anchor="ctr" anchorCtr="0">
            <a:noAutofit/>
          </a:bodyPr>
          <a:lstStyle>
            <a:lvl1pPr lvl="0" rtl="0">
              <a:buNone/>
              <a:defRPr sz="800" b="1">
                <a:solidFill>
                  <a:srgbClr val="434343"/>
                </a:solidFill>
                <a:latin typeface="Nunito"/>
                <a:ea typeface="Nunito"/>
                <a:cs typeface="Nunito"/>
                <a:sym typeface="Nunito"/>
              </a:defRPr>
            </a:lvl1pPr>
            <a:lvl2pPr lvl="1" rtl="0">
              <a:buNone/>
              <a:defRPr sz="800" b="1">
                <a:solidFill>
                  <a:srgbClr val="434343"/>
                </a:solidFill>
                <a:latin typeface="Nunito"/>
                <a:ea typeface="Nunito"/>
                <a:cs typeface="Nunito"/>
                <a:sym typeface="Nunito"/>
              </a:defRPr>
            </a:lvl2pPr>
            <a:lvl3pPr lvl="2" rtl="0">
              <a:buNone/>
              <a:defRPr sz="800" b="1">
                <a:solidFill>
                  <a:srgbClr val="434343"/>
                </a:solidFill>
                <a:latin typeface="Nunito"/>
                <a:ea typeface="Nunito"/>
                <a:cs typeface="Nunito"/>
                <a:sym typeface="Nunito"/>
              </a:defRPr>
            </a:lvl3pPr>
            <a:lvl4pPr lvl="3" rtl="0">
              <a:buNone/>
              <a:defRPr sz="800" b="1">
                <a:solidFill>
                  <a:srgbClr val="434343"/>
                </a:solidFill>
                <a:latin typeface="Nunito"/>
                <a:ea typeface="Nunito"/>
                <a:cs typeface="Nunito"/>
                <a:sym typeface="Nunito"/>
              </a:defRPr>
            </a:lvl4pPr>
            <a:lvl5pPr lvl="4" rtl="0">
              <a:buNone/>
              <a:defRPr sz="800" b="1">
                <a:solidFill>
                  <a:srgbClr val="434343"/>
                </a:solidFill>
                <a:latin typeface="Nunito"/>
                <a:ea typeface="Nunito"/>
                <a:cs typeface="Nunito"/>
                <a:sym typeface="Nunito"/>
              </a:defRPr>
            </a:lvl5pPr>
            <a:lvl6pPr lvl="5" rtl="0">
              <a:buNone/>
              <a:defRPr sz="800" b="1">
                <a:solidFill>
                  <a:srgbClr val="434343"/>
                </a:solidFill>
                <a:latin typeface="Nunito"/>
                <a:ea typeface="Nunito"/>
                <a:cs typeface="Nunito"/>
                <a:sym typeface="Nunito"/>
              </a:defRPr>
            </a:lvl6pPr>
            <a:lvl7pPr lvl="6" rtl="0">
              <a:buNone/>
              <a:defRPr sz="800" b="1">
                <a:solidFill>
                  <a:srgbClr val="434343"/>
                </a:solidFill>
                <a:latin typeface="Nunito"/>
                <a:ea typeface="Nunito"/>
                <a:cs typeface="Nunito"/>
                <a:sym typeface="Nunito"/>
              </a:defRPr>
            </a:lvl7pPr>
            <a:lvl8pPr lvl="7" rtl="0">
              <a:buNone/>
              <a:defRPr sz="800" b="1">
                <a:solidFill>
                  <a:srgbClr val="434343"/>
                </a:solidFill>
                <a:latin typeface="Nunito"/>
                <a:ea typeface="Nunito"/>
                <a:cs typeface="Nunito"/>
                <a:sym typeface="Nunito"/>
              </a:defRPr>
            </a:lvl8pPr>
            <a:lvl9pPr lvl="8" rtl="0">
              <a:buNone/>
              <a:defRPr sz="800" b="1">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0"/>
        <p:cNvGrpSpPr/>
        <p:nvPr/>
      </p:nvGrpSpPr>
      <p:grpSpPr>
        <a:xfrm>
          <a:off x="0" y="0"/>
          <a:ext cx="0" cy="0"/>
          <a:chOff x="0" y="0"/>
          <a:chExt cx="0" cy="0"/>
        </a:xfrm>
      </p:grpSpPr>
      <p:sp>
        <p:nvSpPr>
          <p:cNvPr id="91" name="Google Shape;91;p22"/>
          <p:cNvSpPr txBox="1">
            <a:spLocks noGrp="1"/>
          </p:cNvSpPr>
          <p:nvPr>
            <p:ph type="sldNum" idx="12"/>
          </p:nvPr>
        </p:nvSpPr>
        <p:spPr>
          <a:xfrm>
            <a:off x="8832299" y="4946907"/>
            <a:ext cx="365400" cy="217200"/>
          </a:xfrm>
          <a:prstGeom prst="rect">
            <a:avLst/>
          </a:prstGeom>
        </p:spPr>
        <p:txBody>
          <a:bodyPr spcFirstLastPara="1" wrap="square" lIns="91425" tIns="91425" rIns="91425" bIns="91425" anchor="ctr" anchorCtr="0">
            <a:noAutofit/>
          </a:bodyPr>
          <a:lstStyle>
            <a:lvl1pPr lvl="0" rtl="0">
              <a:buNone/>
              <a:defRPr sz="800" b="1">
                <a:solidFill>
                  <a:srgbClr val="434343"/>
                </a:solidFill>
                <a:latin typeface="Nunito"/>
                <a:ea typeface="Nunito"/>
                <a:cs typeface="Nunito"/>
                <a:sym typeface="Nunito"/>
              </a:defRPr>
            </a:lvl1pPr>
            <a:lvl2pPr lvl="1" rtl="0">
              <a:buNone/>
              <a:defRPr sz="800" b="1">
                <a:solidFill>
                  <a:srgbClr val="434343"/>
                </a:solidFill>
                <a:latin typeface="Nunito"/>
                <a:ea typeface="Nunito"/>
                <a:cs typeface="Nunito"/>
                <a:sym typeface="Nunito"/>
              </a:defRPr>
            </a:lvl2pPr>
            <a:lvl3pPr lvl="2" rtl="0">
              <a:buNone/>
              <a:defRPr sz="800" b="1">
                <a:solidFill>
                  <a:srgbClr val="434343"/>
                </a:solidFill>
                <a:latin typeface="Nunito"/>
                <a:ea typeface="Nunito"/>
                <a:cs typeface="Nunito"/>
                <a:sym typeface="Nunito"/>
              </a:defRPr>
            </a:lvl3pPr>
            <a:lvl4pPr lvl="3" rtl="0">
              <a:buNone/>
              <a:defRPr sz="800" b="1">
                <a:solidFill>
                  <a:srgbClr val="434343"/>
                </a:solidFill>
                <a:latin typeface="Nunito"/>
                <a:ea typeface="Nunito"/>
                <a:cs typeface="Nunito"/>
                <a:sym typeface="Nunito"/>
              </a:defRPr>
            </a:lvl4pPr>
            <a:lvl5pPr lvl="4" rtl="0">
              <a:buNone/>
              <a:defRPr sz="800" b="1">
                <a:solidFill>
                  <a:srgbClr val="434343"/>
                </a:solidFill>
                <a:latin typeface="Nunito"/>
                <a:ea typeface="Nunito"/>
                <a:cs typeface="Nunito"/>
                <a:sym typeface="Nunito"/>
              </a:defRPr>
            </a:lvl5pPr>
            <a:lvl6pPr lvl="5" rtl="0">
              <a:buNone/>
              <a:defRPr sz="800" b="1">
                <a:solidFill>
                  <a:srgbClr val="434343"/>
                </a:solidFill>
                <a:latin typeface="Nunito"/>
                <a:ea typeface="Nunito"/>
                <a:cs typeface="Nunito"/>
                <a:sym typeface="Nunito"/>
              </a:defRPr>
            </a:lvl6pPr>
            <a:lvl7pPr lvl="6" rtl="0">
              <a:buNone/>
              <a:defRPr sz="800" b="1">
                <a:solidFill>
                  <a:srgbClr val="434343"/>
                </a:solidFill>
                <a:latin typeface="Nunito"/>
                <a:ea typeface="Nunito"/>
                <a:cs typeface="Nunito"/>
                <a:sym typeface="Nunito"/>
              </a:defRPr>
            </a:lvl7pPr>
            <a:lvl8pPr lvl="7" rtl="0">
              <a:buNone/>
              <a:defRPr sz="800" b="1">
                <a:solidFill>
                  <a:srgbClr val="434343"/>
                </a:solidFill>
                <a:latin typeface="Nunito"/>
                <a:ea typeface="Nunito"/>
                <a:cs typeface="Nunito"/>
                <a:sym typeface="Nunito"/>
              </a:defRPr>
            </a:lvl8pPr>
            <a:lvl9pPr lvl="8" rtl="0">
              <a:buNone/>
              <a:defRPr sz="800" b="1">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lank 1">
  <p:cSld name="BLANK_1">
    <p:spTree>
      <p:nvGrpSpPr>
        <p:cNvPr id="1" name="Shape 92"/>
        <p:cNvGrpSpPr/>
        <p:nvPr/>
      </p:nvGrpSpPr>
      <p:grpSpPr>
        <a:xfrm>
          <a:off x="0" y="0"/>
          <a:ext cx="0" cy="0"/>
          <a:chOff x="0" y="0"/>
          <a:chExt cx="0" cy="0"/>
        </a:xfrm>
      </p:grpSpPr>
      <p:sp>
        <p:nvSpPr>
          <p:cNvPr id="93" name="Google Shape;93;p23"/>
          <p:cNvSpPr/>
          <p:nvPr/>
        </p:nvSpPr>
        <p:spPr>
          <a:xfrm>
            <a:off x="1" y="-335"/>
            <a:ext cx="9144600" cy="5143800"/>
          </a:xfrm>
          <a:prstGeom prst="rect">
            <a:avLst/>
          </a:prstGeom>
          <a:solidFill>
            <a:srgbClr val="0E39A9"/>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400" b="0" i="0" u="none" strike="noStrike" cap="none">
              <a:solidFill>
                <a:schemeClr val="dk1"/>
              </a:solidFill>
              <a:latin typeface="Calibri"/>
              <a:ea typeface="Calibri"/>
              <a:cs typeface="Calibri"/>
              <a:sym typeface="Calibri"/>
            </a:endParaRPr>
          </a:p>
        </p:txBody>
      </p:sp>
      <p:pic>
        <p:nvPicPr>
          <p:cNvPr id="94" name="Google Shape;94;p23" descr="A close up of a logo&#10;&#10;Description automatically generated"/>
          <p:cNvPicPr preferRelativeResize="0"/>
          <p:nvPr/>
        </p:nvPicPr>
        <p:blipFill rotWithShape="1">
          <a:blip r:embed="rId2">
            <a:alphaModFix/>
          </a:blip>
          <a:srcRect l="42816" t="18359" r="37297" b="19152"/>
          <a:stretch/>
        </p:blipFill>
        <p:spPr>
          <a:xfrm>
            <a:off x="6052536" y="514443"/>
            <a:ext cx="2095112" cy="3703320"/>
          </a:xfrm>
          <a:prstGeom prst="rect">
            <a:avLst/>
          </a:prstGeom>
          <a:noFill/>
          <a:ln>
            <a:noFill/>
          </a:ln>
        </p:spPr>
      </p:pic>
      <p:sp>
        <p:nvSpPr>
          <p:cNvPr id="95" name="Google Shape;95;p23"/>
          <p:cNvSpPr txBox="1">
            <a:spLocks noGrp="1"/>
          </p:cNvSpPr>
          <p:nvPr>
            <p:ph type="title"/>
          </p:nvPr>
        </p:nvSpPr>
        <p:spPr>
          <a:xfrm>
            <a:off x="70129" y="6703219"/>
            <a:ext cx="15008700" cy="697800"/>
          </a:xfrm>
          <a:prstGeom prst="rect">
            <a:avLst/>
          </a:prstGeom>
          <a:noFill/>
          <a:ln>
            <a:noFill/>
          </a:ln>
        </p:spPr>
        <p:txBody>
          <a:bodyPr spcFirstLastPara="1" wrap="square" lIns="0" tIns="12850" rIns="0" bIns="0" anchor="t" anchorCtr="0">
            <a:noAutofit/>
          </a:bodyPr>
          <a:lstStyle>
            <a:lvl1pPr marR="0" lvl="0" algn="l" rtl="0">
              <a:lnSpc>
                <a:spcPct val="100000"/>
              </a:lnSpc>
              <a:spcBef>
                <a:spcPts val="0"/>
              </a:spcBef>
              <a:spcAft>
                <a:spcPts val="0"/>
              </a:spcAft>
              <a:buSzPts val="2200"/>
              <a:buNone/>
              <a:defRPr sz="2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9pPr>
          </a:lstStyle>
          <a:p>
            <a:endParaRPr/>
          </a:p>
        </p:txBody>
      </p:sp>
      <p:sp>
        <p:nvSpPr>
          <p:cNvPr id="96" name="Google Shape;96;p23"/>
          <p:cNvSpPr txBox="1"/>
          <p:nvPr/>
        </p:nvSpPr>
        <p:spPr>
          <a:xfrm>
            <a:off x="334565" y="1676232"/>
            <a:ext cx="4372800" cy="1790700"/>
          </a:xfrm>
          <a:prstGeom prst="rect">
            <a:avLst/>
          </a:prstGeom>
          <a:noFill/>
          <a:ln>
            <a:noFill/>
          </a:ln>
        </p:spPr>
        <p:txBody>
          <a:bodyPr spcFirstLastPara="1" wrap="square" lIns="68575" tIns="34275" rIns="68575" bIns="34275" anchor="ctr" anchorCtr="0">
            <a:noAutofit/>
          </a:bodyPr>
          <a:lstStyle/>
          <a:p>
            <a:pPr marL="0" marR="0" lvl="0" indent="0" algn="l" rtl="0">
              <a:lnSpc>
                <a:spcPct val="90000"/>
              </a:lnSpc>
              <a:spcBef>
                <a:spcPts val="0"/>
              </a:spcBef>
              <a:spcAft>
                <a:spcPts val="0"/>
              </a:spcAft>
              <a:buClr>
                <a:schemeClr val="dk1"/>
              </a:buClr>
              <a:buSzPts val="4500"/>
              <a:buFont typeface="Calibri"/>
              <a:buNone/>
            </a:pPr>
            <a:r>
              <a:rPr lang="en" sz="3300" i="0" u="none" strike="noStrike" cap="none">
                <a:solidFill>
                  <a:schemeClr val="lt1"/>
                </a:solidFill>
                <a:latin typeface="Nunito ExtraBold"/>
                <a:ea typeface="Nunito ExtraBold"/>
                <a:cs typeface="Nunito ExtraBold"/>
                <a:sym typeface="Nunito ExtraBold"/>
              </a:rPr>
              <a:t>Happy Learning </a:t>
            </a:r>
            <a:r>
              <a:rPr lang="en" sz="3300">
                <a:solidFill>
                  <a:schemeClr val="lt1"/>
                </a:solidFill>
                <a:latin typeface="Nunito ExtraBold"/>
                <a:ea typeface="Nunito ExtraBold"/>
                <a:cs typeface="Nunito ExtraBold"/>
                <a:sym typeface="Nunito ExtraBold"/>
              </a:rPr>
              <a:t>!</a:t>
            </a:r>
            <a:endParaRPr sz="3300" i="0" u="none" strike="noStrike" cap="none">
              <a:solidFill>
                <a:schemeClr val="lt1"/>
              </a:solidFill>
              <a:latin typeface="Nunito ExtraBold"/>
              <a:ea typeface="Nunito ExtraBold"/>
              <a:cs typeface="Nunito ExtraBold"/>
              <a:sym typeface="Nunito ExtraBold"/>
            </a:endParaRPr>
          </a:p>
        </p:txBody>
      </p:sp>
      <p:pic>
        <p:nvPicPr>
          <p:cNvPr id="97" name="Google Shape;97;p23"/>
          <p:cNvPicPr preferRelativeResize="0"/>
          <p:nvPr/>
        </p:nvPicPr>
        <p:blipFill>
          <a:blip r:embed="rId3">
            <a:alphaModFix/>
          </a:blip>
          <a:stretch>
            <a:fillRect/>
          </a:stretch>
        </p:blipFill>
        <p:spPr>
          <a:xfrm>
            <a:off x="295874" y="683275"/>
            <a:ext cx="3757725" cy="825875"/>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98"/>
        <p:cNvGrpSpPr/>
        <p:nvPr/>
      </p:nvGrpSpPr>
      <p:grpSpPr>
        <a:xfrm>
          <a:off x="0" y="0"/>
          <a:ext cx="0" cy="0"/>
          <a:chOff x="0" y="0"/>
          <a:chExt cx="0" cy="0"/>
        </a:xfrm>
      </p:grpSpPr>
      <p:sp>
        <p:nvSpPr>
          <p:cNvPr id="99" name="Google Shape;99;p24"/>
          <p:cNvSpPr txBox="1">
            <a:spLocks noGrp="1"/>
          </p:cNvSpPr>
          <p:nvPr>
            <p:ph type="title"/>
          </p:nvPr>
        </p:nvSpPr>
        <p:spPr>
          <a:xfrm>
            <a:off x="0" y="0"/>
            <a:ext cx="3000000" cy="225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chemeClr val="dk1"/>
              </a:buClr>
              <a:buSzPts val="3000"/>
              <a:buFont typeface="Arial"/>
              <a:buNone/>
              <a:defRPr sz="3000" b="1" i="0" u="none" strike="noStrike" cap="none">
                <a:solidFill>
                  <a:schemeClr val="dk1"/>
                </a:solidFill>
                <a:latin typeface="Arial"/>
                <a:ea typeface="Arial"/>
                <a:cs typeface="Arial"/>
                <a:sym typeface="Arial"/>
              </a:defRPr>
            </a:lvl1pPr>
            <a:lvl2pPr lvl="1" rtl="0">
              <a:spcBef>
                <a:spcPts val="0"/>
              </a:spcBef>
              <a:spcAft>
                <a:spcPts val="0"/>
              </a:spcAft>
              <a:buSzPts val="2500"/>
              <a:buNone/>
              <a:defRPr sz="1800"/>
            </a:lvl2pPr>
            <a:lvl3pPr lvl="2" rtl="0">
              <a:spcBef>
                <a:spcPts val="0"/>
              </a:spcBef>
              <a:spcAft>
                <a:spcPts val="0"/>
              </a:spcAft>
              <a:buSzPts val="2500"/>
              <a:buNone/>
              <a:defRPr sz="1800"/>
            </a:lvl3pPr>
            <a:lvl4pPr lvl="3" rtl="0">
              <a:spcBef>
                <a:spcPts val="0"/>
              </a:spcBef>
              <a:spcAft>
                <a:spcPts val="0"/>
              </a:spcAft>
              <a:buSzPts val="2500"/>
              <a:buNone/>
              <a:defRPr sz="1800"/>
            </a:lvl4pPr>
            <a:lvl5pPr lvl="4" rtl="0">
              <a:spcBef>
                <a:spcPts val="0"/>
              </a:spcBef>
              <a:spcAft>
                <a:spcPts val="0"/>
              </a:spcAft>
              <a:buSzPts val="2500"/>
              <a:buNone/>
              <a:defRPr sz="1800"/>
            </a:lvl5pPr>
            <a:lvl6pPr lvl="5" rtl="0">
              <a:spcBef>
                <a:spcPts val="0"/>
              </a:spcBef>
              <a:spcAft>
                <a:spcPts val="0"/>
              </a:spcAft>
              <a:buSzPts val="2500"/>
              <a:buNone/>
              <a:defRPr sz="1800"/>
            </a:lvl6pPr>
            <a:lvl7pPr lvl="6" rtl="0">
              <a:spcBef>
                <a:spcPts val="0"/>
              </a:spcBef>
              <a:spcAft>
                <a:spcPts val="0"/>
              </a:spcAft>
              <a:buSzPts val="2500"/>
              <a:buNone/>
              <a:defRPr sz="1800"/>
            </a:lvl7pPr>
            <a:lvl8pPr lvl="7" rtl="0">
              <a:spcBef>
                <a:spcPts val="0"/>
              </a:spcBef>
              <a:spcAft>
                <a:spcPts val="0"/>
              </a:spcAft>
              <a:buSzPts val="2500"/>
              <a:buNone/>
              <a:defRPr sz="1800"/>
            </a:lvl8pPr>
            <a:lvl9pPr lvl="8" rtl="0">
              <a:spcBef>
                <a:spcPts val="0"/>
              </a:spcBef>
              <a:spcAft>
                <a:spcPts val="0"/>
              </a:spcAft>
              <a:buSzPts val="2500"/>
              <a:buNone/>
              <a:defRPr sz="1800"/>
            </a:lvl9pPr>
          </a:lstStyle>
          <a:p>
            <a:endParaRPr/>
          </a:p>
        </p:txBody>
      </p:sp>
      <p:sp>
        <p:nvSpPr>
          <p:cNvPr id="100" name="Google Shape;100;p24"/>
          <p:cNvSpPr txBox="1">
            <a:spLocks noGrp="1"/>
          </p:cNvSpPr>
          <p:nvPr>
            <p:ph type="body" idx="1"/>
          </p:nvPr>
        </p:nvSpPr>
        <p:spPr>
          <a:xfrm>
            <a:off x="457200" y="1021842"/>
            <a:ext cx="8229600" cy="3394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1600"/>
              </a:spcBef>
              <a:spcAft>
                <a:spcPts val="0"/>
              </a:spcAft>
              <a:buClr>
                <a:schemeClr val="dk1"/>
              </a:buClr>
              <a:buSzPts val="1800"/>
              <a:buChar char="○"/>
              <a:defRPr/>
            </a:lvl2pPr>
            <a:lvl3pPr marL="1371600" lvl="2" indent="-342900" algn="l" rtl="0">
              <a:spcBef>
                <a:spcPts val="1600"/>
              </a:spcBef>
              <a:spcAft>
                <a:spcPts val="0"/>
              </a:spcAft>
              <a:buClr>
                <a:schemeClr val="dk1"/>
              </a:buClr>
              <a:buSzPts val="1800"/>
              <a:buChar char="■"/>
              <a:defRPr/>
            </a:lvl3pPr>
            <a:lvl4pPr marL="1828800" lvl="3" indent="-342900" algn="l" rtl="0">
              <a:spcBef>
                <a:spcPts val="1600"/>
              </a:spcBef>
              <a:spcAft>
                <a:spcPts val="0"/>
              </a:spcAft>
              <a:buClr>
                <a:schemeClr val="dk1"/>
              </a:buClr>
              <a:buSzPts val="1800"/>
              <a:buChar char="●"/>
              <a:defRPr/>
            </a:lvl4pPr>
            <a:lvl5pPr marL="2286000" lvl="4" indent="-342900" algn="l" rtl="0">
              <a:spcBef>
                <a:spcPts val="1600"/>
              </a:spcBef>
              <a:spcAft>
                <a:spcPts val="0"/>
              </a:spcAft>
              <a:buClr>
                <a:schemeClr val="dk1"/>
              </a:buClr>
              <a:buSzPts val="1800"/>
              <a:buChar char="○"/>
              <a:defRPr/>
            </a:lvl5pPr>
            <a:lvl6pPr marL="2743200" lvl="5" indent="-342900" algn="l" rtl="0">
              <a:spcBef>
                <a:spcPts val="1600"/>
              </a:spcBef>
              <a:spcAft>
                <a:spcPts val="0"/>
              </a:spcAft>
              <a:buClr>
                <a:schemeClr val="dk1"/>
              </a:buClr>
              <a:buSzPts val="1800"/>
              <a:buChar char="■"/>
              <a:defRPr/>
            </a:lvl6pPr>
            <a:lvl7pPr marL="3200400" lvl="6" indent="-342900" algn="l" rtl="0">
              <a:spcBef>
                <a:spcPts val="1600"/>
              </a:spcBef>
              <a:spcAft>
                <a:spcPts val="0"/>
              </a:spcAft>
              <a:buClr>
                <a:schemeClr val="dk1"/>
              </a:buClr>
              <a:buSzPts val="1800"/>
              <a:buChar char="●"/>
              <a:defRPr/>
            </a:lvl7pPr>
            <a:lvl8pPr marL="3657600" lvl="7" indent="-342900" algn="l" rtl="0">
              <a:spcBef>
                <a:spcPts val="1600"/>
              </a:spcBef>
              <a:spcAft>
                <a:spcPts val="0"/>
              </a:spcAft>
              <a:buClr>
                <a:schemeClr val="dk1"/>
              </a:buClr>
              <a:buSzPts val="1800"/>
              <a:buChar char="○"/>
              <a:defRPr/>
            </a:lvl8pPr>
            <a:lvl9pPr marL="4114800" lvl="8" indent="-342900" algn="l" rtl="0">
              <a:spcBef>
                <a:spcPts val="1600"/>
              </a:spcBef>
              <a:spcAft>
                <a:spcPts val="1600"/>
              </a:spcAft>
              <a:buClr>
                <a:schemeClr val="dk1"/>
              </a:buClr>
              <a:buSzPts val="1800"/>
              <a:buChar char="■"/>
              <a:defRPr/>
            </a:lvl9pPr>
          </a:lstStyle>
          <a:p>
            <a:endParaRPr/>
          </a:p>
        </p:txBody>
      </p:sp>
      <p:sp>
        <p:nvSpPr>
          <p:cNvPr id="101" name="Google Shape;101;p24"/>
          <p:cNvSpPr txBox="1">
            <a:spLocks noGrp="1"/>
          </p:cNvSpPr>
          <p:nvPr>
            <p:ph type="dt" idx="10"/>
          </p:nvPr>
        </p:nvSpPr>
        <p:spPr>
          <a:xfrm>
            <a:off x="0" y="0"/>
            <a:ext cx="3000000" cy="225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02" name="Google Shape;102;p24"/>
          <p:cNvSpPr txBox="1">
            <a:spLocks noGrp="1"/>
          </p:cNvSpPr>
          <p:nvPr>
            <p:ph type="ftr" idx="11"/>
          </p:nvPr>
        </p:nvSpPr>
        <p:spPr>
          <a:xfrm>
            <a:off x="0" y="0"/>
            <a:ext cx="3000000" cy="225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03" name="Google Shape;103;p24"/>
          <p:cNvSpPr txBox="1">
            <a:spLocks noGrp="1"/>
          </p:cNvSpPr>
          <p:nvPr>
            <p:ph type="sldNum" idx="12"/>
          </p:nvPr>
        </p:nvSpPr>
        <p:spPr>
          <a:xfrm>
            <a:off x="0" y="0"/>
            <a:ext cx="3000000" cy="2250000"/>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spcAft>
                <a:spcPts val="0"/>
              </a:spcAft>
              <a:buNone/>
              <a:defRPr sz="1800">
                <a:solidFill>
                  <a:schemeClr val="dk1"/>
                </a:solidFill>
                <a:latin typeface="Arial"/>
                <a:ea typeface="Arial"/>
                <a:cs typeface="Arial"/>
                <a:sym typeface="Arial"/>
              </a:defRPr>
            </a:lvl1pPr>
            <a:lvl2pPr marL="0" marR="0" lvl="1" indent="0" algn="l" rtl="0">
              <a:spcBef>
                <a:spcPts val="0"/>
              </a:spcBef>
              <a:spcAft>
                <a:spcPts val="0"/>
              </a:spcAft>
              <a:buNone/>
              <a:defRPr sz="1800">
                <a:solidFill>
                  <a:schemeClr val="dk1"/>
                </a:solidFill>
                <a:latin typeface="Arial"/>
                <a:ea typeface="Arial"/>
                <a:cs typeface="Arial"/>
                <a:sym typeface="Arial"/>
              </a:defRPr>
            </a:lvl2pPr>
            <a:lvl3pPr marL="0" marR="0" lvl="2" indent="0" algn="l" rtl="0">
              <a:spcBef>
                <a:spcPts val="0"/>
              </a:spcBef>
              <a:spcAft>
                <a:spcPts val="0"/>
              </a:spcAft>
              <a:buNone/>
              <a:defRPr sz="1800">
                <a:solidFill>
                  <a:schemeClr val="dk1"/>
                </a:solidFill>
                <a:latin typeface="Arial"/>
                <a:ea typeface="Arial"/>
                <a:cs typeface="Arial"/>
                <a:sym typeface="Arial"/>
              </a:defRPr>
            </a:lvl3pPr>
            <a:lvl4pPr marL="0" marR="0" lvl="3" indent="0" algn="l" rtl="0">
              <a:spcBef>
                <a:spcPts val="0"/>
              </a:spcBef>
              <a:spcAft>
                <a:spcPts val="0"/>
              </a:spcAft>
              <a:buNone/>
              <a:defRPr sz="1800">
                <a:solidFill>
                  <a:schemeClr val="dk1"/>
                </a:solidFill>
                <a:latin typeface="Arial"/>
                <a:ea typeface="Arial"/>
                <a:cs typeface="Arial"/>
                <a:sym typeface="Arial"/>
              </a:defRPr>
            </a:lvl4pPr>
            <a:lvl5pPr marL="0" marR="0" lvl="4" indent="0" algn="l" rtl="0">
              <a:spcBef>
                <a:spcPts val="0"/>
              </a:spcBef>
              <a:spcAft>
                <a:spcPts val="0"/>
              </a:spcAft>
              <a:buNone/>
              <a:defRPr sz="1800">
                <a:solidFill>
                  <a:schemeClr val="dk1"/>
                </a:solidFill>
                <a:latin typeface="Arial"/>
                <a:ea typeface="Arial"/>
                <a:cs typeface="Arial"/>
                <a:sym typeface="Arial"/>
              </a:defRPr>
            </a:lvl5pPr>
            <a:lvl6pPr marL="0" marR="0" lvl="5" indent="0" algn="l" rtl="0">
              <a:spcBef>
                <a:spcPts val="0"/>
              </a:spcBef>
              <a:spcAft>
                <a:spcPts val="0"/>
              </a:spcAft>
              <a:buNone/>
              <a:defRPr sz="1800">
                <a:solidFill>
                  <a:schemeClr val="dk1"/>
                </a:solidFill>
                <a:latin typeface="Arial"/>
                <a:ea typeface="Arial"/>
                <a:cs typeface="Arial"/>
                <a:sym typeface="Arial"/>
              </a:defRPr>
            </a:lvl6pPr>
            <a:lvl7pPr marL="0" marR="0" lvl="6" indent="0" algn="l" rtl="0">
              <a:spcBef>
                <a:spcPts val="0"/>
              </a:spcBef>
              <a:spcAft>
                <a:spcPts val="0"/>
              </a:spcAft>
              <a:buNone/>
              <a:defRPr sz="1800">
                <a:solidFill>
                  <a:schemeClr val="dk1"/>
                </a:solidFill>
                <a:latin typeface="Arial"/>
                <a:ea typeface="Arial"/>
                <a:cs typeface="Arial"/>
                <a:sym typeface="Arial"/>
              </a:defRPr>
            </a:lvl7pPr>
            <a:lvl8pPr marL="0" marR="0" lvl="7" indent="0" algn="l" rtl="0">
              <a:spcBef>
                <a:spcPts val="0"/>
              </a:spcBef>
              <a:spcAft>
                <a:spcPts val="0"/>
              </a:spcAft>
              <a:buNone/>
              <a:defRPr sz="1800">
                <a:solidFill>
                  <a:schemeClr val="dk1"/>
                </a:solidFill>
                <a:latin typeface="Arial"/>
                <a:ea typeface="Arial"/>
                <a:cs typeface="Arial"/>
                <a:sym typeface="Arial"/>
              </a:defRPr>
            </a:lvl8pPr>
            <a:lvl9pPr marL="0" marR="0" lvl="8" indent="0" algn="l" rtl="0">
              <a:spcBef>
                <a:spcPts val="0"/>
              </a:spcBef>
              <a:spcAft>
                <a:spcPts val="0"/>
              </a:spcAft>
              <a:buNone/>
              <a:defRPr sz="1800">
                <a:solidFill>
                  <a:schemeClr val="dk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104"/>
        <p:cNvGrpSpPr/>
        <p:nvPr/>
      </p:nvGrpSpPr>
      <p:grpSpPr>
        <a:xfrm>
          <a:off x="0" y="0"/>
          <a:ext cx="0" cy="0"/>
          <a:chOff x="0" y="0"/>
          <a:chExt cx="0" cy="0"/>
        </a:xfrm>
      </p:grpSpPr>
      <p:sp>
        <p:nvSpPr>
          <p:cNvPr id="105" name="Google Shape;105;p25"/>
          <p:cNvSpPr txBox="1">
            <a:spLocks noGrp="1"/>
          </p:cNvSpPr>
          <p:nvPr>
            <p:ph type="dt" idx="10"/>
          </p:nvPr>
        </p:nvSpPr>
        <p:spPr>
          <a:xfrm>
            <a:off x="457200" y="4857749"/>
            <a:ext cx="2133600" cy="2058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06" name="Google Shape;106;p25"/>
          <p:cNvSpPr txBox="1">
            <a:spLocks noGrp="1"/>
          </p:cNvSpPr>
          <p:nvPr>
            <p:ph type="ftr" idx="11"/>
          </p:nvPr>
        </p:nvSpPr>
        <p:spPr>
          <a:xfrm>
            <a:off x="2640596" y="4857749"/>
            <a:ext cx="5507700" cy="2058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07" name="Google Shape;107;p25"/>
          <p:cNvSpPr txBox="1">
            <a:spLocks noGrp="1"/>
          </p:cNvSpPr>
          <p:nvPr>
            <p:ph type="sldNum" idx="12"/>
          </p:nvPr>
        </p:nvSpPr>
        <p:spPr>
          <a:xfrm>
            <a:off x="8204396" y="4857749"/>
            <a:ext cx="733800" cy="205800"/>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spcAft>
                <a:spcPts val="0"/>
              </a:spcAft>
              <a:buNone/>
              <a:defRPr sz="1800">
                <a:solidFill>
                  <a:schemeClr val="dk1"/>
                </a:solidFill>
                <a:latin typeface="Arial"/>
                <a:ea typeface="Arial"/>
                <a:cs typeface="Arial"/>
                <a:sym typeface="Arial"/>
              </a:defRPr>
            </a:lvl1pPr>
            <a:lvl2pPr marL="0" marR="0" lvl="1" indent="0" algn="l" rtl="0">
              <a:spcBef>
                <a:spcPts val="0"/>
              </a:spcBef>
              <a:spcAft>
                <a:spcPts val="0"/>
              </a:spcAft>
              <a:buNone/>
              <a:defRPr sz="1800">
                <a:solidFill>
                  <a:schemeClr val="dk1"/>
                </a:solidFill>
                <a:latin typeface="Arial"/>
                <a:ea typeface="Arial"/>
                <a:cs typeface="Arial"/>
                <a:sym typeface="Arial"/>
              </a:defRPr>
            </a:lvl2pPr>
            <a:lvl3pPr marL="0" marR="0" lvl="2" indent="0" algn="l" rtl="0">
              <a:spcBef>
                <a:spcPts val="0"/>
              </a:spcBef>
              <a:spcAft>
                <a:spcPts val="0"/>
              </a:spcAft>
              <a:buNone/>
              <a:defRPr sz="1800">
                <a:solidFill>
                  <a:schemeClr val="dk1"/>
                </a:solidFill>
                <a:latin typeface="Arial"/>
                <a:ea typeface="Arial"/>
                <a:cs typeface="Arial"/>
                <a:sym typeface="Arial"/>
              </a:defRPr>
            </a:lvl3pPr>
            <a:lvl4pPr marL="0" marR="0" lvl="3" indent="0" algn="l" rtl="0">
              <a:spcBef>
                <a:spcPts val="0"/>
              </a:spcBef>
              <a:spcAft>
                <a:spcPts val="0"/>
              </a:spcAft>
              <a:buNone/>
              <a:defRPr sz="1800">
                <a:solidFill>
                  <a:schemeClr val="dk1"/>
                </a:solidFill>
                <a:latin typeface="Arial"/>
                <a:ea typeface="Arial"/>
                <a:cs typeface="Arial"/>
                <a:sym typeface="Arial"/>
              </a:defRPr>
            </a:lvl4pPr>
            <a:lvl5pPr marL="0" marR="0" lvl="4" indent="0" algn="l" rtl="0">
              <a:spcBef>
                <a:spcPts val="0"/>
              </a:spcBef>
              <a:spcAft>
                <a:spcPts val="0"/>
              </a:spcAft>
              <a:buNone/>
              <a:defRPr sz="1800">
                <a:solidFill>
                  <a:schemeClr val="dk1"/>
                </a:solidFill>
                <a:latin typeface="Arial"/>
                <a:ea typeface="Arial"/>
                <a:cs typeface="Arial"/>
                <a:sym typeface="Arial"/>
              </a:defRPr>
            </a:lvl5pPr>
            <a:lvl6pPr marL="0" marR="0" lvl="5" indent="0" algn="l" rtl="0">
              <a:spcBef>
                <a:spcPts val="0"/>
              </a:spcBef>
              <a:spcAft>
                <a:spcPts val="0"/>
              </a:spcAft>
              <a:buNone/>
              <a:defRPr sz="1800">
                <a:solidFill>
                  <a:schemeClr val="dk1"/>
                </a:solidFill>
                <a:latin typeface="Arial"/>
                <a:ea typeface="Arial"/>
                <a:cs typeface="Arial"/>
                <a:sym typeface="Arial"/>
              </a:defRPr>
            </a:lvl6pPr>
            <a:lvl7pPr marL="0" marR="0" lvl="6" indent="0" algn="l" rtl="0">
              <a:spcBef>
                <a:spcPts val="0"/>
              </a:spcBef>
              <a:spcAft>
                <a:spcPts val="0"/>
              </a:spcAft>
              <a:buNone/>
              <a:defRPr sz="1800">
                <a:solidFill>
                  <a:schemeClr val="dk1"/>
                </a:solidFill>
                <a:latin typeface="Arial"/>
                <a:ea typeface="Arial"/>
                <a:cs typeface="Arial"/>
                <a:sym typeface="Arial"/>
              </a:defRPr>
            </a:lvl7pPr>
            <a:lvl8pPr marL="0" marR="0" lvl="7" indent="0" algn="l" rtl="0">
              <a:spcBef>
                <a:spcPts val="0"/>
              </a:spcBef>
              <a:spcAft>
                <a:spcPts val="0"/>
              </a:spcAft>
              <a:buNone/>
              <a:defRPr sz="1800">
                <a:solidFill>
                  <a:schemeClr val="dk1"/>
                </a:solidFill>
                <a:latin typeface="Arial"/>
                <a:ea typeface="Arial"/>
                <a:cs typeface="Arial"/>
                <a:sym typeface="Arial"/>
              </a:defRPr>
            </a:lvl8pPr>
            <a:lvl9pPr marL="0" marR="0" lvl="8" indent="0" algn="l" rtl="0">
              <a:spcBef>
                <a:spcPts val="0"/>
              </a:spcBef>
              <a:spcAft>
                <a:spcPts val="0"/>
              </a:spcAft>
              <a:buNone/>
              <a:defRPr sz="1800">
                <a:solidFill>
                  <a:schemeClr val="dk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transition spd="med">
    <p:fade thruBlk="1"/>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Content 1">
  <p:cSld name="Title and Content">
    <p:spTree>
      <p:nvGrpSpPr>
        <p:cNvPr id="1" name="Shape 108"/>
        <p:cNvGrpSpPr/>
        <p:nvPr/>
      </p:nvGrpSpPr>
      <p:grpSpPr>
        <a:xfrm>
          <a:off x="0" y="0"/>
          <a:ext cx="0" cy="0"/>
          <a:chOff x="0" y="0"/>
          <a:chExt cx="0" cy="0"/>
        </a:xfrm>
      </p:grpSpPr>
      <p:sp>
        <p:nvSpPr>
          <p:cNvPr id="109" name="Google Shape;109;p26"/>
          <p:cNvSpPr txBox="1">
            <a:spLocks noGrp="1"/>
          </p:cNvSpPr>
          <p:nvPr>
            <p:ph type="title"/>
          </p:nvPr>
        </p:nvSpPr>
        <p:spPr>
          <a:xfrm>
            <a:off x="569519" y="142741"/>
            <a:ext cx="8004900" cy="934800"/>
          </a:xfrm>
          <a:prstGeom prst="rect">
            <a:avLst/>
          </a:prstGeom>
          <a:noFill/>
          <a:ln>
            <a:noFill/>
          </a:ln>
        </p:spPr>
        <p:txBody>
          <a:bodyPr spcFirstLastPara="1" wrap="square" lIns="0" tIns="0" rIns="0" bIns="0" anchor="t" anchorCtr="0">
            <a:spAutoFit/>
          </a:bodyPr>
          <a:lstStyle>
            <a:lvl1pPr lvl="0" algn="l" rtl="0">
              <a:spcBef>
                <a:spcPts val="0"/>
              </a:spcBef>
              <a:spcAft>
                <a:spcPts val="0"/>
              </a:spcAft>
              <a:buSzPts val="2200"/>
              <a:buNone/>
              <a:defRPr sz="3000" b="0" i="0">
                <a:solidFill>
                  <a:schemeClr val="dk1"/>
                </a:solidFill>
                <a:latin typeface="Calibri"/>
                <a:ea typeface="Calibri"/>
                <a:cs typeface="Calibri"/>
                <a:sym typeface="Calibri"/>
              </a:defRPr>
            </a:lvl1pPr>
            <a:lvl2pPr lvl="1" rtl="0">
              <a:spcBef>
                <a:spcPts val="0"/>
              </a:spcBef>
              <a:spcAft>
                <a:spcPts val="0"/>
              </a:spcAft>
              <a:buSzPts val="2500"/>
              <a:buNone/>
              <a:defRPr/>
            </a:lvl2pPr>
            <a:lvl3pPr lvl="2" rtl="0">
              <a:spcBef>
                <a:spcPts val="0"/>
              </a:spcBef>
              <a:spcAft>
                <a:spcPts val="0"/>
              </a:spcAft>
              <a:buSzPts val="2500"/>
              <a:buNone/>
              <a:defRPr/>
            </a:lvl3pPr>
            <a:lvl4pPr lvl="3" rtl="0">
              <a:spcBef>
                <a:spcPts val="0"/>
              </a:spcBef>
              <a:spcAft>
                <a:spcPts val="0"/>
              </a:spcAft>
              <a:buSzPts val="2500"/>
              <a:buNone/>
              <a:defRPr/>
            </a:lvl4pPr>
            <a:lvl5pPr lvl="4" rtl="0">
              <a:spcBef>
                <a:spcPts val="0"/>
              </a:spcBef>
              <a:spcAft>
                <a:spcPts val="0"/>
              </a:spcAft>
              <a:buSzPts val="2500"/>
              <a:buNone/>
              <a:defRPr/>
            </a:lvl5pPr>
            <a:lvl6pPr lvl="5" rtl="0">
              <a:spcBef>
                <a:spcPts val="0"/>
              </a:spcBef>
              <a:spcAft>
                <a:spcPts val="0"/>
              </a:spcAft>
              <a:buSzPts val="2500"/>
              <a:buNone/>
              <a:defRPr/>
            </a:lvl6pPr>
            <a:lvl7pPr lvl="6" rtl="0">
              <a:spcBef>
                <a:spcPts val="0"/>
              </a:spcBef>
              <a:spcAft>
                <a:spcPts val="0"/>
              </a:spcAft>
              <a:buSzPts val="2500"/>
              <a:buNone/>
              <a:defRPr/>
            </a:lvl7pPr>
            <a:lvl8pPr lvl="7" rtl="0">
              <a:spcBef>
                <a:spcPts val="0"/>
              </a:spcBef>
              <a:spcAft>
                <a:spcPts val="0"/>
              </a:spcAft>
              <a:buSzPts val="2500"/>
              <a:buNone/>
              <a:defRPr/>
            </a:lvl8pPr>
            <a:lvl9pPr lvl="8" rtl="0">
              <a:spcBef>
                <a:spcPts val="0"/>
              </a:spcBef>
              <a:spcAft>
                <a:spcPts val="0"/>
              </a:spcAft>
              <a:buSzPts val="2500"/>
              <a:buNone/>
              <a:defRPr/>
            </a:lvl9pPr>
          </a:lstStyle>
          <a:p>
            <a:endParaRPr/>
          </a:p>
        </p:txBody>
      </p:sp>
      <p:sp>
        <p:nvSpPr>
          <p:cNvPr id="110" name="Google Shape;110;p26"/>
          <p:cNvSpPr txBox="1">
            <a:spLocks noGrp="1"/>
          </p:cNvSpPr>
          <p:nvPr>
            <p:ph type="body" idx="1"/>
          </p:nvPr>
        </p:nvSpPr>
        <p:spPr>
          <a:xfrm>
            <a:off x="1412081" y="930269"/>
            <a:ext cx="6319800" cy="2363100"/>
          </a:xfrm>
          <a:prstGeom prst="rect">
            <a:avLst/>
          </a:prstGeom>
          <a:noFill/>
          <a:ln>
            <a:noFill/>
          </a:ln>
        </p:spPr>
        <p:txBody>
          <a:bodyPr spcFirstLastPara="1" wrap="square" lIns="0" tIns="0" rIns="0" bIns="0" anchor="t" anchorCtr="0">
            <a:spAutoFit/>
          </a:bodyPr>
          <a:lstStyle>
            <a:lvl1pPr marL="457200" lvl="0" indent="-228600" algn="l" rtl="0">
              <a:spcBef>
                <a:spcPts val="0"/>
              </a:spcBef>
              <a:spcAft>
                <a:spcPts val="0"/>
              </a:spcAft>
              <a:buSzPts val="1500"/>
              <a:buNone/>
              <a:defRPr sz="1900" b="0" i="0">
                <a:solidFill>
                  <a:schemeClr val="dk1"/>
                </a:solidFill>
                <a:latin typeface="Calibri"/>
                <a:ea typeface="Calibri"/>
                <a:cs typeface="Calibri"/>
                <a:sym typeface="Calibri"/>
              </a:defRPr>
            </a:lvl1pPr>
            <a:lvl2pPr marL="914400" lvl="1" indent="-228600" algn="l" rtl="0">
              <a:spcBef>
                <a:spcPts val="1600"/>
              </a:spcBef>
              <a:spcAft>
                <a:spcPts val="0"/>
              </a:spcAft>
              <a:buSzPts val="1300"/>
              <a:buNone/>
              <a:defRPr/>
            </a:lvl2pPr>
            <a:lvl3pPr marL="1371600" lvl="2" indent="-228600" algn="l" rtl="0">
              <a:spcBef>
                <a:spcPts val="1600"/>
              </a:spcBef>
              <a:spcAft>
                <a:spcPts val="0"/>
              </a:spcAft>
              <a:buSzPts val="1200"/>
              <a:buNone/>
              <a:defRPr/>
            </a:lvl3pPr>
            <a:lvl4pPr marL="1828800" lvl="3" indent="-228600" algn="l" rtl="0">
              <a:spcBef>
                <a:spcPts val="1600"/>
              </a:spcBef>
              <a:spcAft>
                <a:spcPts val="0"/>
              </a:spcAft>
              <a:buSzPts val="1100"/>
              <a:buNone/>
              <a:defRPr/>
            </a:lvl4pPr>
            <a:lvl5pPr marL="2286000" lvl="4" indent="-228600" algn="l" rtl="0">
              <a:spcBef>
                <a:spcPts val="1600"/>
              </a:spcBef>
              <a:spcAft>
                <a:spcPts val="0"/>
              </a:spcAft>
              <a:buSzPts val="1000"/>
              <a:buNone/>
              <a:defRPr/>
            </a:lvl5pPr>
            <a:lvl6pPr marL="2743200" lvl="5" indent="-228600" algn="l" rtl="0">
              <a:spcBef>
                <a:spcPts val="1600"/>
              </a:spcBef>
              <a:spcAft>
                <a:spcPts val="0"/>
              </a:spcAft>
              <a:buSzPts val="900"/>
              <a:buNone/>
              <a:defRPr/>
            </a:lvl6pPr>
            <a:lvl7pPr marL="3200400" lvl="6" indent="-228600" algn="l" rtl="0">
              <a:spcBef>
                <a:spcPts val="1600"/>
              </a:spcBef>
              <a:spcAft>
                <a:spcPts val="0"/>
              </a:spcAft>
              <a:buSzPts val="800"/>
              <a:buNone/>
              <a:defRPr/>
            </a:lvl7pPr>
            <a:lvl8pPr marL="3657600" lvl="7" indent="-228600" algn="l" rtl="0">
              <a:spcBef>
                <a:spcPts val="1600"/>
              </a:spcBef>
              <a:spcAft>
                <a:spcPts val="0"/>
              </a:spcAft>
              <a:buSzPts val="700"/>
              <a:buNone/>
              <a:defRPr/>
            </a:lvl8pPr>
            <a:lvl9pPr marL="4114800" lvl="8" indent="-228600" algn="l" rtl="0">
              <a:spcBef>
                <a:spcPts val="1600"/>
              </a:spcBef>
              <a:spcAft>
                <a:spcPts val="1600"/>
              </a:spcAft>
              <a:buSzPts val="600"/>
              <a:buNone/>
              <a:defRPr/>
            </a:lvl9pPr>
          </a:lstStyle>
          <a:p>
            <a:endParaRPr/>
          </a:p>
        </p:txBody>
      </p:sp>
      <p:sp>
        <p:nvSpPr>
          <p:cNvPr id="111" name="Google Shape;111;p26"/>
          <p:cNvSpPr txBox="1">
            <a:spLocks noGrp="1"/>
          </p:cNvSpPr>
          <p:nvPr>
            <p:ph type="ftr" idx="11"/>
          </p:nvPr>
        </p:nvSpPr>
        <p:spPr>
          <a:xfrm>
            <a:off x="1574006" y="4988871"/>
            <a:ext cx="5565000" cy="151800"/>
          </a:xfrm>
          <a:prstGeom prst="rect">
            <a:avLst/>
          </a:prstGeom>
          <a:noFill/>
          <a:ln>
            <a:noFill/>
          </a:ln>
        </p:spPr>
        <p:txBody>
          <a:bodyPr spcFirstLastPara="1" wrap="square" lIns="0" tIns="0" rIns="0" bIns="0" anchor="t" anchorCtr="0">
            <a:spAutoFit/>
          </a:bodyPr>
          <a:lstStyle>
            <a:lvl1pPr lvl="0" algn="l" rtl="0">
              <a:spcBef>
                <a:spcPts val="0"/>
              </a:spcBef>
              <a:spcAft>
                <a:spcPts val="0"/>
              </a:spcAft>
              <a:buSzPts val="1400"/>
              <a:buNone/>
              <a:defRPr sz="1100" b="0" i="0">
                <a:solidFill>
                  <a:srgbClr val="7E7E7E"/>
                </a:solidFill>
                <a:latin typeface="Calibri"/>
                <a:ea typeface="Calibri"/>
                <a:cs typeface="Calibri"/>
                <a:sym typeface="Calibri"/>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12" name="Google Shape;112;p26"/>
          <p:cNvSpPr txBox="1">
            <a:spLocks noGrp="1"/>
          </p:cNvSpPr>
          <p:nvPr>
            <p:ph type="dt" idx="10"/>
          </p:nvPr>
        </p:nvSpPr>
        <p:spPr>
          <a:xfrm>
            <a:off x="457200" y="4783455"/>
            <a:ext cx="2103000" cy="257100"/>
          </a:xfrm>
          <a:prstGeom prst="rect">
            <a:avLst/>
          </a:prstGeom>
          <a:noFill/>
          <a:ln>
            <a:noFill/>
          </a:ln>
        </p:spPr>
        <p:txBody>
          <a:bodyPr spcFirstLastPara="1" wrap="square" lIns="0" tIns="0" rIns="0" bIns="0" anchor="t" anchorCtr="0">
            <a:spAutoFit/>
          </a:bodyPr>
          <a:lstStyle>
            <a:lvl1pPr lvl="0" algn="l" rtl="0">
              <a:spcBef>
                <a:spcPts val="0"/>
              </a:spcBef>
              <a:spcAft>
                <a:spcPts val="0"/>
              </a:spcAft>
              <a:buSzPts val="1400"/>
              <a:buNone/>
              <a:defRPr>
                <a:solidFill>
                  <a:srgbClr val="888888"/>
                </a:solidFill>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13" name="Google Shape;113;p26"/>
          <p:cNvSpPr txBox="1">
            <a:spLocks noGrp="1"/>
          </p:cNvSpPr>
          <p:nvPr>
            <p:ph type="sldNum" idx="12"/>
          </p:nvPr>
        </p:nvSpPr>
        <p:spPr>
          <a:xfrm>
            <a:off x="6583680" y="4783455"/>
            <a:ext cx="2103000" cy="123000"/>
          </a:xfrm>
          <a:prstGeom prst="rect">
            <a:avLst/>
          </a:prstGeom>
          <a:noFill/>
          <a:ln>
            <a:noFill/>
          </a:ln>
        </p:spPr>
        <p:txBody>
          <a:bodyPr spcFirstLastPara="1" wrap="square" lIns="0" tIns="0" rIns="0" bIns="0" anchor="t" anchorCtr="0">
            <a:sp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
              <a:t>‹#›</a:t>
            </a:fld>
            <a:endParaRPr>
              <a:solidFill>
                <a:srgbClr val="434343"/>
              </a:solidFil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Only 1">
  <p:cSld name="Title Only_1">
    <p:spTree>
      <p:nvGrpSpPr>
        <p:cNvPr id="1" name="Shape 114"/>
        <p:cNvGrpSpPr/>
        <p:nvPr/>
      </p:nvGrpSpPr>
      <p:grpSpPr>
        <a:xfrm>
          <a:off x="0" y="0"/>
          <a:ext cx="0" cy="0"/>
          <a:chOff x="0" y="0"/>
          <a:chExt cx="0" cy="0"/>
        </a:xfrm>
      </p:grpSpPr>
      <p:sp>
        <p:nvSpPr>
          <p:cNvPr id="115" name="Google Shape;115;p27"/>
          <p:cNvSpPr txBox="1">
            <a:spLocks noGrp="1"/>
          </p:cNvSpPr>
          <p:nvPr>
            <p:ph type="title"/>
          </p:nvPr>
        </p:nvSpPr>
        <p:spPr>
          <a:xfrm>
            <a:off x="3932967" y="348900"/>
            <a:ext cx="1278000" cy="521400"/>
          </a:xfrm>
          <a:prstGeom prst="rect">
            <a:avLst/>
          </a:prstGeom>
          <a:noFill/>
          <a:ln>
            <a:noFill/>
          </a:ln>
        </p:spPr>
        <p:txBody>
          <a:bodyPr spcFirstLastPara="1" wrap="square" lIns="0" tIns="0" rIns="0" bIns="0" anchor="t" anchorCtr="0">
            <a:spAutoFit/>
          </a:bodyPr>
          <a:lstStyle>
            <a:lvl1pPr lvl="0" algn="l" rtl="0">
              <a:spcBef>
                <a:spcPts val="0"/>
              </a:spcBef>
              <a:spcAft>
                <a:spcPts val="0"/>
              </a:spcAft>
              <a:buSzPts val="2200"/>
              <a:buNone/>
              <a:defRPr sz="3300" b="0" i="0">
                <a:solidFill>
                  <a:schemeClr val="dk1"/>
                </a:solidFill>
                <a:latin typeface="Calibri"/>
                <a:ea typeface="Calibri"/>
                <a:cs typeface="Calibri"/>
                <a:sym typeface="Calibri"/>
              </a:defRPr>
            </a:lvl1pPr>
            <a:lvl2pPr lvl="1" rtl="0">
              <a:spcBef>
                <a:spcPts val="0"/>
              </a:spcBef>
              <a:spcAft>
                <a:spcPts val="0"/>
              </a:spcAft>
              <a:buSzPts val="2500"/>
              <a:buNone/>
              <a:defRPr/>
            </a:lvl2pPr>
            <a:lvl3pPr lvl="2" rtl="0">
              <a:spcBef>
                <a:spcPts val="0"/>
              </a:spcBef>
              <a:spcAft>
                <a:spcPts val="0"/>
              </a:spcAft>
              <a:buSzPts val="2500"/>
              <a:buNone/>
              <a:defRPr/>
            </a:lvl3pPr>
            <a:lvl4pPr lvl="3" rtl="0">
              <a:spcBef>
                <a:spcPts val="0"/>
              </a:spcBef>
              <a:spcAft>
                <a:spcPts val="0"/>
              </a:spcAft>
              <a:buSzPts val="2500"/>
              <a:buNone/>
              <a:defRPr/>
            </a:lvl4pPr>
            <a:lvl5pPr lvl="4" rtl="0">
              <a:spcBef>
                <a:spcPts val="0"/>
              </a:spcBef>
              <a:spcAft>
                <a:spcPts val="0"/>
              </a:spcAft>
              <a:buSzPts val="2500"/>
              <a:buNone/>
              <a:defRPr/>
            </a:lvl5pPr>
            <a:lvl6pPr lvl="5" rtl="0">
              <a:spcBef>
                <a:spcPts val="0"/>
              </a:spcBef>
              <a:spcAft>
                <a:spcPts val="0"/>
              </a:spcAft>
              <a:buSzPts val="2500"/>
              <a:buNone/>
              <a:defRPr/>
            </a:lvl6pPr>
            <a:lvl7pPr lvl="6" rtl="0">
              <a:spcBef>
                <a:spcPts val="0"/>
              </a:spcBef>
              <a:spcAft>
                <a:spcPts val="0"/>
              </a:spcAft>
              <a:buSzPts val="2500"/>
              <a:buNone/>
              <a:defRPr/>
            </a:lvl7pPr>
            <a:lvl8pPr lvl="7" rtl="0">
              <a:spcBef>
                <a:spcPts val="0"/>
              </a:spcBef>
              <a:spcAft>
                <a:spcPts val="0"/>
              </a:spcAft>
              <a:buSzPts val="2500"/>
              <a:buNone/>
              <a:defRPr/>
            </a:lvl8pPr>
            <a:lvl9pPr lvl="8" rtl="0">
              <a:spcBef>
                <a:spcPts val="0"/>
              </a:spcBef>
              <a:spcAft>
                <a:spcPts val="0"/>
              </a:spcAft>
              <a:buSzPts val="2500"/>
              <a:buNone/>
              <a:defRPr/>
            </a:lvl9pPr>
          </a:lstStyle>
          <a:p>
            <a:endParaRPr/>
          </a:p>
        </p:txBody>
      </p:sp>
      <p:sp>
        <p:nvSpPr>
          <p:cNvPr id="116" name="Google Shape;116;p27"/>
          <p:cNvSpPr txBox="1">
            <a:spLocks noGrp="1"/>
          </p:cNvSpPr>
          <p:nvPr>
            <p:ph type="ftr" idx="11"/>
          </p:nvPr>
        </p:nvSpPr>
        <p:spPr>
          <a:xfrm>
            <a:off x="1712499" y="5010073"/>
            <a:ext cx="5564400" cy="151800"/>
          </a:xfrm>
          <a:prstGeom prst="rect">
            <a:avLst/>
          </a:prstGeom>
          <a:noFill/>
          <a:ln>
            <a:noFill/>
          </a:ln>
        </p:spPr>
        <p:txBody>
          <a:bodyPr spcFirstLastPara="1" wrap="square" lIns="0" tIns="0" rIns="0" bIns="0" anchor="t" anchorCtr="0">
            <a:spAutoFit/>
          </a:bodyPr>
          <a:lstStyle>
            <a:lvl1pPr lvl="0" algn="l" rtl="0">
              <a:spcBef>
                <a:spcPts val="0"/>
              </a:spcBef>
              <a:spcAft>
                <a:spcPts val="0"/>
              </a:spcAft>
              <a:buSzPts val="1400"/>
              <a:buNone/>
              <a:defRPr sz="1100" b="0" i="0">
                <a:solidFill>
                  <a:srgbClr val="7E7E7E"/>
                </a:solidFill>
                <a:latin typeface="Calibri"/>
                <a:ea typeface="Calibri"/>
                <a:cs typeface="Calibri"/>
                <a:sym typeface="Calibri"/>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17" name="Google Shape;117;p27"/>
          <p:cNvSpPr txBox="1">
            <a:spLocks noGrp="1"/>
          </p:cNvSpPr>
          <p:nvPr>
            <p:ph type="dt" idx="10"/>
          </p:nvPr>
        </p:nvSpPr>
        <p:spPr>
          <a:xfrm>
            <a:off x="457200" y="4783455"/>
            <a:ext cx="2103000" cy="257100"/>
          </a:xfrm>
          <a:prstGeom prst="rect">
            <a:avLst/>
          </a:prstGeom>
          <a:noFill/>
          <a:ln>
            <a:noFill/>
          </a:ln>
        </p:spPr>
        <p:txBody>
          <a:bodyPr spcFirstLastPara="1" wrap="square" lIns="0" tIns="0" rIns="0" bIns="0" anchor="t" anchorCtr="0">
            <a:spAutoFit/>
          </a:bodyPr>
          <a:lstStyle>
            <a:lvl1pPr lvl="0" algn="l" rtl="0">
              <a:spcBef>
                <a:spcPts val="0"/>
              </a:spcBef>
              <a:spcAft>
                <a:spcPts val="0"/>
              </a:spcAft>
              <a:buSzPts val="1400"/>
              <a:buNone/>
              <a:defRPr>
                <a:solidFill>
                  <a:srgbClr val="888888"/>
                </a:solidFill>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18" name="Google Shape;118;p27"/>
          <p:cNvSpPr txBox="1">
            <a:spLocks noGrp="1"/>
          </p:cNvSpPr>
          <p:nvPr>
            <p:ph type="sldNum" idx="12"/>
          </p:nvPr>
        </p:nvSpPr>
        <p:spPr>
          <a:xfrm>
            <a:off x="6583680" y="4783455"/>
            <a:ext cx="2103000" cy="123000"/>
          </a:xfrm>
          <a:prstGeom prst="rect">
            <a:avLst/>
          </a:prstGeom>
          <a:noFill/>
          <a:ln>
            <a:noFill/>
          </a:ln>
        </p:spPr>
        <p:txBody>
          <a:bodyPr spcFirstLastPara="1" wrap="square" lIns="0" tIns="0" rIns="0" bIns="0" anchor="t" anchorCtr="0">
            <a:sp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
              <a:t>‹#›</a:t>
            </a:fld>
            <a:endParaRPr>
              <a:solidFill>
                <a:srgbClr val="434343"/>
              </a:solidFill>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Only 2">
  <p:cSld name="Title Only_2">
    <p:spTree>
      <p:nvGrpSpPr>
        <p:cNvPr id="1" name="Shape 119"/>
        <p:cNvGrpSpPr/>
        <p:nvPr/>
      </p:nvGrpSpPr>
      <p:grpSpPr>
        <a:xfrm>
          <a:off x="0" y="0"/>
          <a:ext cx="0" cy="0"/>
          <a:chOff x="0" y="0"/>
          <a:chExt cx="0" cy="0"/>
        </a:xfrm>
      </p:grpSpPr>
      <p:sp>
        <p:nvSpPr>
          <p:cNvPr id="120" name="Google Shape;120;p28"/>
          <p:cNvSpPr txBox="1">
            <a:spLocks noGrp="1"/>
          </p:cNvSpPr>
          <p:nvPr>
            <p:ph type="title"/>
          </p:nvPr>
        </p:nvSpPr>
        <p:spPr>
          <a:xfrm>
            <a:off x="3932967" y="348900"/>
            <a:ext cx="1278000" cy="521400"/>
          </a:xfrm>
          <a:prstGeom prst="rect">
            <a:avLst/>
          </a:prstGeom>
          <a:noFill/>
          <a:ln>
            <a:noFill/>
          </a:ln>
        </p:spPr>
        <p:txBody>
          <a:bodyPr spcFirstLastPara="1" wrap="square" lIns="0" tIns="0" rIns="0" bIns="0" anchor="t" anchorCtr="0">
            <a:spAutoFit/>
          </a:bodyPr>
          <a:lstStyle>
            <a:lvl1pPr lvl="0" algn="l" rtl="0">
              <a:spcBef>
                <a:spcPts val="0"/>
              </a:spcBef>
              <a:spcAft>
                <a:spcPts val="0"/>
              </a:spcAft>
              <a:buSzPts val="2200"/>
              <a:buNone/>
              <a:defRPr sz="3300" b="0" i="0">
                <a:solidFill>
                  <a:schemeClr val="dk1"/>
                </a:solidFill>
                <a:latin typeface="Calibri"/>
                <a:ea typeface="Calibri"/>
                <a:cs typeface="Calibri"/>
                <a:sym typeface="Calibri"/>
              </a:defRPr>
            </a:lvl1pPr>
            <a:lvl2pPr lvl="1" rtl="0">
              <a:spcBef>
                <a:spcPts val="0"/>
              </a:spcBef>
              <a:spcAft>
                <a:spcPts val="0"/>
              </a:spcAft>
              <a:buSzPts val="2500"/>
              <a:buNone/>
              <a:defRPr/>
            </a:lvl2pPr>
            <a:lvl3pPr lvl="2" rtl="0">
              <a:spcBef>
                <a:spcPts val="0"/>
              </a:spcBef>
              <a:spcAft>
                <a:spcPts val="0"/>
              </a:spcAft>
              <a:buSzPts val="2500"/>
              <a:buNone/>
              <a:defRPr/>
            </a:lvl3pPr>
            <a:lvl4pPr lvl="3" rtl="0">
              <a:spcBef>
                <a:spcPts val="0"/>
              </a:spcBef>
              <a:spcAft>
                <a:spcPts val="0"/>
              </a:spcAft>
              <a:buSzPts val="2500"/>
              <a:buNone/>
              <a:defRPr/>
            </a:lvl4pPr>
            <a:lvl5pPr lvl="4" rtl="0">
              <a:spcBef>
                <a:spcPts val="0"/>
              </a:spcBef>
              <a:spcAft>
                <a:spcPts val="0"/>
              </a:spcAft>
              <a:buSzPts val="2500"/>
              <a:buNone/>
              <a:defRPr/>
            </a:lvl5pPr>
            <a:lvl6pPr lvl="5" rtl="0">
              <a:spcBef>
                <a:spcPts val="0"/>
              </a:spcBef>
              <a:spcAft>
                <a:spcPts val="0"/>
              </a:spcAft>
              <a:buSzPts val="2500"/>
              <a:buNone/>
              <a:defRPr/>
            </a:lvl6pPr>
            <a:lvl7pPr lvl="6" rtl="0">
              <a:spcBef>
                <a:spcPts val="0"/>
              </a:spcBef>
              <a:spcAft>
                <a:spcPts val="0"/>
              </a:spcAft>
              <a:buSzPts val="2500"/>
              <a:buNone/>
              <a:defRPr/>
            </a:lvl7pPr>
            <a:lvl8pPr lvl="7" rtl="0">
              <a:spcBef>
                <a:spcPts val="0"/>
              </a:spcBef>
              <a:spcAft>
                <a:spcPts val="0"/>
              </a:spcAft>
              <a:buSzPts val="2500"/>
              <a:buNone/>
              <a:defRPr/>
            </a:lvl8pPr>
            <a:lvl9pPr lvl="8" rtl="0">
              <a:spcBef>
                <a:spcPts val="0"/>
              </a:spcBef>
              <a:spcAft>
                <a:spcPts val="0"/>
              </a:spcAft>
              <a:buSzPts val="2500"/>
              <a:buNone/>
              <a:defRPr/>
            </a:lvl9pPr>
          </a:lstStyle>
          <a:p>
            <a:endParaRPr/>
          </a:p>
        </p:txBody>
      </p:sp>
      <p:sp>
        <p:nvSpPr>
          <p:cNvPr id="121" name="Google Shape;121;p28"/>
          <p:cNvSpPr txBox="1">
            <a:spLocks noGrp="1"/>
          </p:cNvSpPr>
          <p:nvPr>
            <p:ph type="ftr" idx="11"/>
          </p:nvPr>
        </p:nvSpPr>
        <p:spPr>
          <a:xfrm>
            <a:off x="1712499" y="5010073"/>
            <a:ext cx="5564400" cy="151800"/>
          </a:xfrm>
          <a:prstGeom prst="rect">
            <a:avLst/>
          </a:prstGeom>
          <a:noFill/>
          <a:ln>
            <a:noFill/>
          </a:ln>
        </p:spPr>
        <p:txBody>
          <a:bodyPr spcFirstLastPara="1" wrap="square" lIns="0" tIns="0" rIns="0" bIns="0" anchor="t" anchorCtr="0">
            <a:spAutoFit/>
          </a:bodyPr>
          <a:lstStyle>
            <a:lvl1pPr lvl="0" algn="l" rtl="0">
              <a:spcBef>
                <a:spcPts val="0"/>
              </a:spcBef>
              <a:spcAft>
                <a:spcPts val="0"/>
              </a:spcAft>
              <a:buSzPts val="1400"/>
              <a:buNone/>
              <a:defRPr sz="1100" b="0" i="0">
                <a:solidFill>
                  <a:srgbClr val="7E7E7E"/>
                </a:solidFill>
                <a:latin typeface="Calibri"/>
                <a:ea typeface="Calibri"/>
                <a:cs typeface="Calibri"/>
                <a:sym typeface="Calibri"/>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22" name="Google Shape;122;p28"/>
          <p:cNvSpPr txBox="1">
            <a:spLocks noGrp="1"/>
          </p:cNvSpPr>
          <p:nvPr>
            <p:ph type="dt" idx="10"/>
          </p:nvPr>
        </p:nvSpPr>
        <p:spPr>
          <a:xfrm>
            <a:off x="457200" y="4783455"/>
            <a:ext cx="2103000" cy="257100"/>
          </a:xfrm>
          <a:prstGeom prst="rect">
            <a:avLst/>
          </a:prstGeom>
          <a:noFill/>
          <a:ln>
            <a:noFill/>
          </a:ln>
        </p:spPr>
        <p:txBody>
          <a:bodyPr spcFirstLastPara="1" wrap="square" lIns="0" tIns="0" rIns="0" bIns="0" anchor="t" anchorCtr="0">
            <a:spAutoFit/>
          </a:bodyPr>
          <a:lstStyle>
            <a:lvl1pPr lvl="0" algn="l" rtl="0">
              <a:spcBef>
                <a:spcPts val="0"/>
              </a:spcBef>
              <a:spcAft>
                <a:spcPts val="0"/>
              </a:spcAft>
              <a:buSzPts val="1400"/>
              <a:buNone/>
              <a:defRPr>
                <a:solidFill>
                  <a:srgbClr val="888888"/>
                </a:solidFill>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23" name="Google Shape;123;p28"/>
          <p:cNvSpPr txBox="1">
            <a:spLocks noGrp="1"/>
          </p:cNvSpPr>
          <p:nvPr>
            <p:ph type="sldNum" idx="12"/>
          </p:nvPr>
        </p:nvSpPr>
        <p:spPr>
          <a:xfrm>
            <a:off x="6583680" y="4783455"/>
            <a:ext cx="2103000" cy="123000"/>
          </a:xfrm>
          <a:prstGeom prst="rect">
            <a:avLst/>
          </a:prstGeom>
          <a:noFill/>
          <a:ln>
            <a:noFill/>
          </a:ln>
        </p:spPr>
        <p:txBody>
          <a:bodyPr spcFirstLastPara="1" wrap="square" lIns="0" tIns="0" rIns="0" bIns="0" anchor="t" anchorCtr="0">
            <a:sp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
              <a:t>‹#›</a:t>
            </a:fld>
            <a:endParaRPr>
              <a:solidFill>
                <a:srgbClr val="434343"/>
              </a:solidFil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Only 3">
  <p:cSld name="Title Only_3">
    <p:spTree>
      <p:nvGrpSpPr>
        <p:cNvPr id="1" name="Shape 124"/>
        <p:cNvGrpSpPr/>
        <p:nvPr/>
      </p:nvGrpSpPr>
      <p:grpSpPr>
        <a:xfrm>
          <a:off x="0" y="0"/>
          <a:ext cx="0" cy="0"/>
          <a:chOff x="0" y="0"/>
          <a:chExt cx="0" cy="0"/>
        </a:xfrm>
      </p:grpSpPr>
      <p:sp>
        <p:nvSpPr>
          <p:cNvPr id="125" name="Google Shape;125;p29"/>
          <p:cNvSpPr txBox="1">
            <a:spLocks noGrp="1"/>
          </p:cNvSpPr>
          <p:nvPr>
            <p:ph type="title"/>
          </p:nvPr>
        </p:nvSpPr>
        <p:spPr>
          <a:xfrm>
            <a:off x="390424" y="497078"/>
            <a:ext cx="8363100" cy="452700"/>
          </a:xfrm>
          <a:prstGeom prst="rect">
            <a:avLst/>
          </a:prstGeom>
          <a:noFill/>
          <a:ln>
            <a:noFill/>
          </a:ln>
        </p:spPr>
        <p:txBody>
          <a:bodyPr spcFirstLastPara="1" wrap="square" lIns="0" tIns="0" rIns="0" bIns="0" anchor="t" anchorCtr="0">
            <a:spAutoFit/>
          </a:bodyPr>
          <a:lstStyle>
            <a:lvl1pPr lvl="0" algn="l" rtl="0">
              <a:spcBef>
                <a:spcPts val="0"/>
              </a:spcBef>
              <a:spcAft>
                <a:spcPts val="0"/>
              </a:spcAft>
              <a:buSzPts val="2200"/>
              <a:buNone/>
              <a:defRPr sz="2800" b="0" i="0">
                <a:solidFill>
                  <a:schemeClr val="dk1"/>
                </a:solidFill>
                <a:latin typeface="Arial"/>
                <a:ea typeface="Arial"/>
                <a:cs typeface="Arial"/>
                <a:sym typeface="Arial"/>
              </a:defRPr>
            </a:lvl1pPr>
            <a:lvl2pPr lvl="1" rtl="0">
              <a:spcBef>
                <a:spcPts val="0"/>
              </a:spcBef>
              <a:spcAft>
                <a:spcPts val="0"/>
              </a:spcAft>
              <a:buSzPts val="2500"/>
              <a:buNone/>
              <a:defRPr/>
            </a:lvl2pPr>
            <a:lvl3pPr lvl="2" rtl="0">
              <a:spcBef>
                <a:spcPts val="0"/>
              </a:spcBef>
              <a:spcAft>
                <a:spcPts val="0"/>
              </a:spcAft>
              <a:buSzPts val="2500"/>
              <a:buNone/>
              <a:defRPr/>
            </a:lvl3pPr>
            <a:lvl4pPr lvl="3" rtl="0">
              <a:spcBef>
                <a:spcPts val="0"/>
              </a:spcBef>
              <a:spcAft>
                <a:spcPts val="0"/>
              </a:spcAft>
              <a:buSzPts val="2500"/>
              <a:buNone/>
              <a:defRPr/>
            </a:lvl4pPr>
            <a:lvl5pPr lvl="4" rtl="0">
              <a:spcBef>
                <a:spcPts val="0"/>
              </a:spcBef>
              <a:spcAft>
                <a:spcPts val="0"/>
              </a:spcAft>
              <a:buSzPts val="2500"/>
              <a:buNone/>
              <a:defRPr/>
            </a:lvl5pPr>
            <a:lvl6pPr lvl="5" rtl="0">
              <a:spcBef>
                <a:spcPts val="0"/>
              </a:spcBef>
              <a:spcAft>
                <a:spcPts val="0"/>
              </a:spcAft>
              <a:buSzPts val="2500"/>
              <a:buNone/>
              <a:defRPr/>
            </a:lvl6pPr>
            <a:lvl7pPr lvl="6" rtl="0">
              <a:spcBef>
                <a:spcPts val="0"/>
              </a:spcBef>
              <a:spcAft>
                <a:spcPts val="0"/>
              </a:spcAft>
              <a:buSzPts val="2500"/>
              <a:buNone/>
              <a:defRPr/>
            </a:lvl7pPr>
            <a:lvl8pPr lvl="7" rtl="0">
              <a:spcBef>
                <a:spcPts val="0"/>
              </a:spcBef>
              <a:spcAft>
                <a:spcPts val="0"/>
              </a:spcAft>
              <a:buSzPts val="2500"/>
              <a:buNone/>
              <a:defRPr/>
            </a:lvl8pPr>
            <a:lvl9pPr lvl="8" rtl="0">
              <a:spcBef>
                <a:spcPts val="0"/>
              </a:spcBef>
              <a:spcAft>
                <a:spcPts val="0"/>
              </a:spcAft>
              <a:buSzPts val="2500"/>
              <a:buNone/>
              <a:defRPr/>
            </a:lvl9pPr>
          </a:lstStyle>
          <a:p>
            <a:endParaRPr/>
          </a:p>
        </p:txBody>
      </p:sp>
      <p:sp>
        <p:nvSpPr>
          <p:cNvPr id="126" name="Google Shape;126;p29"/>
          <p:cNvSpPr txBox="1">
            <a:spLocks noGrp="1"/>
          </p:cNvSpPr>
          <p:nvPr>
            <p:ph type="ftr" idx="11"/>
          </p:nvPr>
        </p:nvSpPr>
        <p:spPr>
          <a:xfrm>
            <a:off x="2879178" y="4948409"/>
            <a:ext cx="3503400" cy="111000"/>
          </a:xfrm>
          <a:prstGeom prst="rect">
            <a:avLst/>
          </a:prstGeom>
          <a:noFill/>
          <a:ln>
            <a:noFill/>
          </a:ln>
        </p:spPr>
        <p:txBody>
          <a:bodyPr spcFirstLastPara="1" wrap="square" lIns="0" tIns="0" rIns="0" bIns="0" anchor="t" anchorCtr="0">
            <a:spAutoFit/>
          </a:bodyPr>
          <a:lstStyle>
            <a:lvl1pPr lvl="0" algn="l" rtl="0">
              <a:spcBef>
                <a:spcPts val="0"/>
              </a:spcBef>
              <a:spcAft>
                <a:spcPts val="0"/>
              </a:spcAft>
              <a:buSzPts val="1400"/>
              <a:buNone/>
              <a:defRPr sz="600" b="0" i="0">
                <a:solidFill>
                  <a:srgbClr val="7D7D7D"/>
                </a:solidFill>
                <a:latin typeface="Arial"/>
                <a:ea typeface="Arial"/>
                <a:cs typeface="Arial"/>
                <a:sym typeface="Arial"/>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27" name="Google Shape;127;p29"/>
          <p:cNvSpPr txBox="1">
            <a:spLocks noGrp="1"/>
          </p:cNvSpPr>
          <p:nvPr>
            <p:ph type="dt" idx="10"/>
          </p:nvPr>
        </p:nvSpPr>
        <p:spPr>
          <a:xfrm>
            <a:off x="457200" y="4783455"/>
            <a:ext cx="2103000" cy="257100"/>
          </a:xfrm>
          <a:prstGeom prst="rect">
            <a:avLst/>
          </a:prstGeom>
          <a:noFill/>
          <a:ln>
            <a:noFill/>
          </a:ln>
        </p:spPr>
        <p:txBody>
          <a:bodyPr spcFirstLastPara="1" wrap="square" lIns="0" tIns="0" rIns="0" bIns="0" anchor="t" anchorCtr="0">
            <a:spAutoFit/>
          </a:bodyPr>
          <a:lstStyle>
            <a:lvl1pPr lvl="0" algn="l" rtl="0">
              <a:spcBef>
                <a:spcPts val="0"/>
              </a:spcBef>
              <a:spcAft>
                <a:spcPts val="0"/>
              </a:spcAft>
              <a:buSzPts val="1400"/>
              <a:buNone/>
              <a:defRPr>
                <a:solidFill>
                  <a:srgbClr val="888888"/>
                </a:solidFill>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28" name="Google Shape;128;p29"/>
          <p:cNvSpPr txBox="1">
            <a:spLocks noGrp="1"/>
          </p:cNvSpPr>
          <p:nvPr>
            <p:ph type="sldNum" idx="12"/>
          </p:nvPr>
        </p:nvSpPr>
        <p:spPr>
          <a:xfrm>
            <a:off x="6583680" y="4783455"/>
            <a:ext cx="2103000" cy="123000"/>
          </a:xfrm>
          <a:prstGeom prst="rect">
            <a:avLst/>
          </a:prstGeom>
          <a:noFill/>
          <a:ln>
            <a:noFill/>
          </a:ln>
        </p:spPr>
        <p:txBody>
          <a:bodyPr spcFirstLastPara="1" wrap="square" lIns="0" tIns="0" rIns="0" bIns="0" anchor="t" anchorCtr="0">
            <a:sp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
              <a:t>‹#›</a:t>
            </a:fld>
            <a:endParaRPr>
              <a:solidFill>
                <a:srgbClr val="434343"/>
              </a:solidFil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Slide">
  <p:cSld name="OBJECT_1">
    <p:spTree>
      <p:nvGrpSpPr>
        <p:cNvPr id="1" name="Shape 129"/>
        <p:cNvGrpSpPr/>
        <p:nvPr/>
      </p:nvGrpSpPr>
      <p:grpSpPr>
        <a:xfrm>
          <a:off x="0" y="0"/>
          <a:ext cx="0" cy="0"/>
          <a:chOff x="0" y="0"/>
          <a:chExt cx="0" cy="0"/>
        </a:xfrm>
      </p:grpSpPr>
      <p:sp>
        <p:nvSpPr>
          <p:cNvPr id="130" name="Google Shape;130;p30"/>
          <p:cNvSpPr txBox="1">
            <a:spLocks noGrp="1"/>
          </p:cNvSpPr>
          <p:nvPr>
            <p:ph type="ctrTitle"/>
          </p:nvPr>
        </p:nvSpPr>
        <p:spPr>
          <a:xfrm>
            <a:off x="2938259" y="1851799"/>
            <a:ext cx="3267600" cy="818400"/>
          </a:xfrm>
          <a:prstGeom prst="rect">
            <a:avLst/>
          </a:prstGeom>
          <a:noFill/>
          <a:ln>
            <a:noFill/>
          </a:ln>
        </p:spPr>
        <p:txBody>
          <a:bodyPr spcFirstLastPara="1" wrap="square" lIns="0" tIns="0" rIns="0" bIns="0" anchor="t" anchorCtr="0">
            <a:spAutoFit/>
          </a:bodyPr>
          <a:lstStyle>
            <a:lvl1pPr lvl="0" algn="l" rtl="0">
              <a:spcBef>
                <a:spcPts val="0"/>
              </a:spcBef>
              <a:spcAft>
                <a:spcPts val="0"/>
              </a:spcAft>
              <a:buSzPts val="2200"/>
              <a:buNone/>
              <a:defRPr sz="5200" b="0" i="0">
                <a:solidFill>
                  <a:srgbClr val="365F91"/>
                </a:solidFill>
                <a:latin typeface="Arial"/>
                <a:ea typeface="Arial"/>
                <a:cs typeface="Arial"/>
                <a:sym typeface="Arial"/>
              </a:defRPr>
            </a:lvl1pPr>
            <a:lvl2pPr lvl="1" rtl="0">
              <a:spcBef>
                <a:spcPts val="0"/>
              </a:spcBef>
              <a:spcAft>
                <a:spcPts val="0"/>
              </a:spcAft>
              <a:buSzPts val="2500"/>
              <a:buNone/>
              <a:defRPr/>
            </a:lvl2pPr>
            <a:lvl3pPr lvl="2" rtl="0">
              <a:spcBef>
                <a:spcPts val="0"/>
              </a:spcBef>
              <a:spcAft>
                <a:spcPts val="0"/>
              </a:spcAft>
              <a:buSzPts val="2500"/>
              <a:buNone/>
              <a:defRPr/>
            </a:lvl3pPr>
            <a:lvl4pPr lvl="3" rtl="0">
              <a:spcBef>
                <a:spcPts val="0"/>
              </a:spcBef>
              <a:spcAft>
                <a:spcPts val="0"/>
              </a:spcAft>
              <a:buSzPts val="2500"/>
              <a:buNone/>
              <a:defRPr/>
            </a:lvl4pPr>
            <a:lvl5pPr lvl="4" rtl="0">
              <a:spcBef>
                <a:spcPts val="0"/>
              </a:spcBef>
              <a:spcAft>
                <a:spcPts val="0"/>
              </a:spcAft>
              <a:buSzPts val="2500"/>
              <a:buNone/>
              <a:defRPr/>
            </a:lvl5pPr>
            <a:lvl6pPr lvl="5" rtl="0">
              <a:spcBef>
                <a:spcPts val="0"/>
              </a:spcBef>
              <a:spcAft>
                <a:spcPts val="0"/>
              </a:spcAft>
              <a:buSzPts val="2500"/>
              <a:buNone/>
              <a:defRPr/>
            </a:lvl6pPr>
            <a:lvl7pPr lvl="6" rtl="0">
              <a:spcBef>
                <a:spcPts val="0"/>
              </a:spcBef>
              <a:spcAft>
                <a:spcPts val="0"/>
              </a:spcAft>
              <a:buSzPts val="2500"/>
              <a:buNone/>
              <a:defRPr/>
            </a:lvl7pPr>
            <a:lvl8pPr lvl="7" rtl="0">
              <a:spcBef>
                <a:spcPts val="0"/>
              </a:spcBef>
              <a:spcAft>
                <a:spcPts val="0"/>
              </a:spcAft>
              <a:buSzPts val="2500"/>
              <a:buNone/>
              <a:defRPr/>
            </a:lvl8pPr>
            <a:lvl9pPr lvl="8" rtl="0">
              <a:spcBef>
                <a:spcPts val="0"/>
              </a:spcBef>
              <a:spcAft>
                <a:spcPts val="0"/>
              </a:spcAft>
              <a:buSzPts val="2500"/>
              <a:buNone/>
              <a:defRPr/>
            </a:lvl9pPr>
          </a:lstStyle>
          <a:p>
            <a:endParaRPr/>
          </a:p>
        </p:txBody>
      </p:sp>
      <p:sp>
        <p:nvSpPr>
          <p:cNvPr id="131" name="Google Shape;131;p30"/>
          <p:cNvSpPr txBox="1">
            <a:spLocks noGrp="1"/>
          </p:cNvSpPr>
          <p:nvPr>
            <p:ph type="subTitle" idx="1"/>
          </p:nvPr>
        </p:nvSpPr>
        <p:spPr>
          <a:xfrm>
            <a:off x="1371600" y="2880360"/>
            <a:ext cx="6400800" cy="1285800"/>
          </a:xfrm>
          <a:prstGeom prst="rect">
            <a:avLst/>
          </a:prstGeom>
          <a:noFill/>
          <a:ln>
            <a:noFill/>
          </a:ln>
        </p:spPr>
        <p:txBody>
          <a:bodyPr spcFirstLastPara="1" wrap="square" lIns="0" tIns="0" rIns="0" bIns="0" anchor="t" anchorCtr="0">
            <a:spAutoFit/>
          </a:bodyPr>
          <a:lstStyle>
            <a:lvl1pPr lvl="0" algn="l" rtl="0">
              <a:spcBef>
                <a:spcPts val="0"/>
              </a:spcBef>
              <a:spcAft>
                <a:spcPts val="0"/>
              </a:spcAft>
              <a:buSzPts val="1500"/>
              <a:buNone/>
              <a:defRPr/>
            </a:lvl1pPr>
            <a:lvl2pPr lvl="1" algn="l" rtl="0">
              <a:spcBef>
                <a:spcPts val="1600"/>
              </a:spcBef>
              <a:spcAft>
                <a:spcPts val="0"/>
              </a:spcAft>
              <a:buSzPts val="1300"/>
              <a:buNone/>
              <a:defRPr/>
            </a:lvl2pPr>
            <a:lvl3pPr lvl="2" algn="l" rtl="0">
              <a:spcBef>
                <a:spcPts val="1600"/>
              </a:spcBef>
              <a:spcAft>
                <a:spcPts val="0"/>
              </a:spcAft>
              <a:buSzPts val="1200"/>
              <a:buNone/>
              <a:defRPr/>
            </a:lvl3pPr>
            <a:lvl4pPr lvl="3" algn="l" rtl="0">
              <a:spcBef>
                <a:spcPts val="1600"/>
              </a:spcBef>
              <a:spcAft>
                <a:spcPts val="0"/>
              </a:spcAft>
              <a:buSzPts val="1100"/>
              <a:buNone/>
              <a:defRPr/>
            </a:lvl4pPr>
            <a:lvl5pPr lvl="4" algn="l" rtl="0">
              <a:spcBef>
                <a:spcPts val="1600"/>
              </a:spcBef>
              <a:spcAft>
                <a:spcPts val="0"/>
              </a:spcAft>
              <a:buSzPts val="1000"/>
              <a:buNone/>
              <a:defRPr/>
            </a:lvl5pPr>
            <a:lvl6pPr lvl="5" algn="l" rtl="0">
              <a:spcBef>
                <a:spcPts val="1600"/>
              </a:spcBef>
              <a:spcAft>
                <a:spcPts val="0"/>
              </a:spcAft>
              <a:buSzPts val="900"/>
              <a:buNone/>
              <a:defRPr/>
            </a:lvl6pPr>
            <a:lvl7pPr lvl="6" algn="l" rtl="0">
              <a:spcBef>
                <a:spcPts val="1600"/>
              </a:spcBef>
              <a:spcAft>
                <a:spcPts val="0"/>
              </a:spcAft>
              <a:buSzPts val="800"/>
              <a:buNone/>
              <a:defRPr/>
            </a:lvl7pPr>
            <a:lvl8pPr lvl="7" algn="l" rtl="0">
              <a:spcBef>
                <a:spcPts val="1600"/>
              </a:spcBef>
              <a:spcAft>
                <a:spcPts val="0"/>
              </a:spcAft>
              <a:buSzPts val="700"/>
              <a:buNone/>
              <a:defRPr/>
            </a:lvl8pPr>
            <a:lvl9pPr lvl="8" algn="l" rtl="0">
              <a:spcBef>
                <a:spcPts val="1600"/>
              </a:spcBef>
              <a:spcAft>
                <a:spcPts val="1600"/>
              </a:spcAft>
              <a:buSzPts val="600"/>
              <a:buNone/>
              <a:defRPr/>
            </a:lvl9pPr>
          </a:lstStyle>
          <a:p>
            <a:endParaRPr/>
          </a:p>
        </p:txBody>
      </p:sp>
      <p:sp>
        <p:nvSpPr>
          <p:cNvPr id="132" name="Google Shape;132;p30"/>
          <p:cNvSpPr txBox="1">
            <a:spLocks noGrp="1"/>
          </p:cNvSpPr>
          <p:nvPr>
            <p:ph type="ftr" idx="11"/>
          </p:nvPr>
        </p:nvSpPr>
        <p:spPr>
          <a:xfrm>
            <a:off x="2879178" y="4948409"/>
            <a:ext cx="3503400" cy="111000"/>
          </a:xfrm>
          <a:prstGeom prst="rect">
            <a:avLst/>
          </a:prstGeom>
          <a:noFill/>
          <a:ln>
            <a:noFill/>
          </a:ln>
        </p:spPr>
        <p:txBody>
          <a:bodyPr spcFirstLastPara="1" wrap="square" lIns="0" tIns="0" rIns="0" bIns="0" anchor="t" anchorCtr="0">
            <a:spAutoFit/>
          </a:bodyPr>
          <a:lstStyle>
            <a:lvl1pPr lvl="0" algn="l" rtl="0">
              <a:spcBef>
                <a:spcPts val="0"/>
              </a:spcBef>
              <a:spcAft>
                <a:spcPts val="0"/>
              </a:spcAft>
              <a:buSzPts val="1400"/>
              <a:buNone/>
              <a:defRPr sz="600" b="0" i="0">
                <a:solidFill>
                  <a:srgbClr val="7D7D7D"/>
                </a:solidFill>
                <a:latin typeface="Arial"/>
                <a:ea typeface="Arial"/>
                <a:cs typeface="Arial"/>
                <a:sym typeface="Arial"/>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33" name="Google Shape;133;p30"/>
          <p:cNvSpPr txBox="1">
            <a:spLocks noGrp="1"/>
          </p:cNvSpPr>
          <p:nvPr>
            <p:ph type="dt" idx="10"/>
          </p:nvPr>
        </p:nvSpPr>
        <p:spPr>
          <a:xfrm>
            <a:off x="457200" y="4783455"/>
            <a:ext cx="2103000" cy="257100"/>
          </a:xfrm>
          <a:prstGeom prst="rect">
            <a:avLst/>
          </a:prstGeom>
          <a:noFill/>
          <a:ln>
            <a:noFill/>
          </a:ln>
        </p:spPr>
        <p:txBody>
          <a:bodyPr spcFirstLastPara="1" wrap="square" lIns="0" tIns="0" rIns="0" bIns="0" anchor="t" anchorCtr="0">
            <a:spAutoFit/>
          </a:bodyPr>
          <a:lstStyle>
            <a:lvl1pPr lvl="0" algn="l" rtl="0">
              <a:spcBef>
                <a:spcPts val="0"/>
              </a:spcBef>
              <a:spcAft>
                <a:spcPts val="0"/>
              </a:spcAft>
              <a:buSzPts val="1400"/>
              <a:buNone/>
              <a:defRPr>
                <a:solidFill>
                  <a:srgbClr val="888888"/>
                </a:solidFill>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34" name="Google Shape;134;p30"/>
          <p:cNvSpPr txBox="1">
            <a:spLocks noGrp="1"/>
          </p:cNvSpPr>
          <p:nvPr>
            <p:ph type="sldNum" idx="12"/>
          </p:nvPr>
        </p:nvSpPr>
        <p:spPr>
          <a:xfrm>
            <a:off x="6583680" y="4783455"/>
            <a:ext cx="2103000" cy="123000"/>
          </a:xfrm>
          <a:prstGeom prst="rect">
            <a:avLst/>
          </a:prstGeom>
          <a:noFill/>
          <a:ln>
            <a:noFill/>
          </a:ln>
        </p:spPr>
        <p:txBody>
          <a:bodyPr spcFirstLastPara="1" wrap="square" lIns="0" tIns="0" rIns="0" bIns="0" anchor="t" anchorCtr="0">
            <a:sp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
              <a:t>‹#›</a:t>
            </a:fld>
            <a:endParaRPr>
              <a:solidFill>
                <a:srgbClr val="434343"/>
              </a:solidFil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Only 4">
  <p:cSld name="OBJECT_2">
    <p:spTree>
      <p:nvGrpSpPr>
        <p:cNvPr id="1" name="Shape 135"/>
        <p:cNvGrpSpPr/>
        <p:nvPr/>
      </p:nvGrpSpPr>
      <p:grpSpPr>
        <a:xfrm>
          <a:off x="0" y="0"/>
          <a:ext cx="0" cy="0"/>
          <a:chOff x="0" y="0"/>
          <a:chExt cx="0" cy="0"/>
        </a:xfrm>
      </p:grpSpPr>
      <p:sp>
        <p:nvSpPr>
          <p:cNvPr id="136" name="Google Shape;136;p31"/>
          <p:cNvSpPr txBox="1">
            <a:spLocks noGrp="1"/>
          </p:cNvSpPr>
          <p:nvPr>
            <p:ph type="title"/>
          </p:nvPr>
        </p:nvSpPr>
        <p:spPr>
          <a:xfrm>
            <a:off x="3368992" y="2453440"/>
            <a:ext cx="2406000" cy="224700"/>
          </a:xfrm>
          <a:prstGeom prst="rect">
            <a:avLst/>
          </a:prstGeom>
          <a:noFill/>
          <a:ln>
            <a:noFill/>
          </a:ln>
        </p:spPr>
        <p:txBody>
          <a:bodyPr spcFirstLastPara="1" wrap="square" lIns="0" tIns="0" rIns="0" bIns="0" anchor="t" anchorCtr="0">
            <a:spAutoFit/>
          </a:bodyPr>
          <a:lstStyle>
            <a:lvl1pPr lvl="0" algn="l" rtl="0">
              <a:spcBef>
                <a:spcPts val="0"/>
              </a:spcBef>
              <a:spcAft>
                <a:spcPts val="0"/>
              </a:spcAft>
              <a:buSzPts val="2200"/>
              <a:buNone/>
              <a:defRPr sz="1400" b="1" i="0">
                <a:solidFill>
                  <a:schemeClr val="dk1"/>
                </a:solidFill>
                <a:latin typeface="Arial"/>
                <a:ea typeface="Arial"/>
                <a:cs typeface="Arial"/>
                <a:sym typeface="Arial"/>
              </a:defRPr>
            </a:lvl1pPr>
            <a:lvl2pPr lvl="1" rtl="0">
              <a:spcBef>
                <a:spcPts val="0"/>
              </a:spcBef>
              <a:spcAft>
                <a:spcPts val="0"/>
              </a:spcAft>
              <a:buSzPts val="2500"/>
              <a:buNone/>
              <a:defRPr/>
            </a:lvl2pPr>
            <a:lvl3pPr lvl="2" rtl="0">
              <a:spcBef>
                <a:spcPts val="0"/>
              </a:spcBef>
              <a:spcAft>
                <a:spcPts val="0"/>
              </a:spcAft>
              <a:buSzPts val="2500"/>
              <a:buNone/>
              <a:defRPr/>
            </a:lvl3pPr>
            <a:lvl4pPr lvl="3" rtl="0">
              <a:spcBef>
                <a:spcPts val="0"/>
              </a:spcBef>
              <a:spcAft>
                <a:spcPts val="0"/>
              </a:spcAft>
              <a:buSzPts val="2500"/>
              <a:buNone/>
              <a:defRPr/>
            </a:lvl4pPr>
            <a:lvl5pPr lvl="4" rtl="0">
              <a:spcBef>
                <a:spcPts val="0"/>
              </a:spcBef>
              <a:spcAft>
                <a:spcPts val="0"/>
              </a:spcAft>
              <a:buSzPts val="2500"/>
              <a:buNone/>
              <a:defRPr/>
            </a:lvl5pPr>
            <a:lvl6pPr lvl="5" rtl="0">
              <a:spcBef>
                <a:spcPts val="0"/>
              </a:spcBef>
              <a:spcAft>
                <a:spcPts val="0"/>
              </a:spcAft>
              <a:buSzPts val="2500"/>
              <a:buNone/>
              <a:defRPr/>
            </a:lvl6pPr>
            <a:lvl7pPr lvl="6" rtl="0">
              <a:spcBef>
                <a:spcPts val="0"/>
              </a:spcBef>
              <a:spcAft>
                <a:spcPts val="0"/>
              </a:spcAft>
              <a:buSzPts val="2500"/>
              <a:buNone/>
              <a:defRPr/>
            </a:lvl7pPr>
            <a:lvl8pPr lvl="7" rtl="0">
              <a:spcBef>
                <a:spcPts val="0"/>
              </a:spcBef>
              <a:spcAft>
                <a:spcPts val="0"/>
              </a:spcAft>
              <a:buSzPts val="2500"/>
              <a:buNone/>
              <a:defRPr/>
            </a:lvl8pPr>
            <a:lvl9pPr lvl="8" rtl="0">
              <a:spcBef>
                <a:spcPts val="0"/>
              </a:spcBef>
              <a:spcAft>
                <a:spcPts val="0"/>
              </a:spcAft>
              <a:buSzPts val="2500"/>
              <a:buNone/>
              <a:defRPr/>
            </a:lvl9pPr>
          </a:lstStyle>
          <a:p>
            <a:endParaRPr/>
          </a:p>
        </p:txBody>
      </p:sp>
      <p:sp>
        <p:nvSpPr>
          <p:cNvPr id="137" name="Google Shape;137;p31"/>
          <p:cNvSpPr txBox="1">
            <a:spLocks noGrp="1"/>
          </p:cNvSpPr>
          <p:nvPr>
            <p:ph type="ftr" idx="11"/>
          </p:nvPr>
        </p:nvSpPr>
        <p:spPr>
          <a:xfrm>
            <a:off x="3108960" y="4783455"/>
            <a:ext cx="2926200" cy="257100"/>
          </a:xfrm>
          <a:prstGeom prst="rect">
            <a:avLst/>
          </a:prstGeom>
          <a:noFill/>
          <a:ln>
            <a:noFill/>
          </a:ln>
        </p:spPr>
        <p:txBody>
          <a:bodyPr spcFirstLastPara="1" wrap="square" lIns="0" tIns="0" rIns="0" bIns="0" anchor="t" anchorCtr="0">
            <a:spAutoFit/>
          </a:bodyPr>
          <a:lstStyle>
            <a:lvl1pPr lvl="0" algn="ctr" rtl="0">
              <a:spcBef>
                <a:spcPts val="0"/>
              </a:spcBef>
              <a:spcAft>
                <a:spcPts val="0"/>
              </a:spcAft>
              <a:buSzPts val="1400"/>
              <a:buNone/>
              <a:defRPr>
                <a:solidFill>
                  <a:srgbClr val="888888"/>
                </a:solidFill>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38" name="Google Shape;138;p31"/>
          <p:cNvSpPr txBox="1">
            <a:spLocks noGrp="1"/>
          </p:cNvSpPr>
          <p:nvPr>
            <p:ph type="dt" idx="10"/>
          </p:nvPr>
        </p:nvSpPr>
        <p:spPr>
          <a:xfrm>
            <a:off x="457200" y="4783455"/>
            <a:ext cx="2103000" cy="257100"/>
          </a:xfrm>
          <a:prstGeom prst="rect">
            <a:avLst/>
          </a:prstGeom>
          <a:noFill/>
          <a:ln>
            <a:noFill/>
          </a:ln>
        </p:spPr>
        <p:txBody>
          <a:bodyPr spcFirstLastPara="1" wrap="square" lIns="0" tIns="0" rIns="0" bIns="0" anchor="t" anchorCtr="0">
            <a:spAutoFit/>
          </a:bodyPr>
          <a:lstStyle>
            <a:lvl1pPr lvl="0" algn="l" rtl="0">
              <a:spcBef>
                <a:spcPts val="0"/>
              </a:spcBef>
              <a:spcAft>
                <a:spcPts val="0"/>
              </a:spcAft>
              <a:buSzPts val="1400"/>
              <a:buNone/>
              <a:defRPr>
                <a:solidFill>
                  <a:srgbClr val="888888"/>
                </a:solidFill>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39" name="Google Shape;139;p31"/>
          <p:cNvSpPr txBox="1">
            <a:spLocks noGrp="1"/>
          </p:cNvSpPr>
          <p:nvPr>
            <p:ph type="sldNum" idx="12"/>
          </p:nvPr>
        </p:nvSpPr>
        <p:spPr>
          <a:xfrm>
            <a:off x="50889" y="4980883"/>
            <a:ext cx="216600" cy="123000"/>
          </a:xfrm>
          <a:prstGeom prst="rect">
            <a:avLst/>
          </a:prstGeom>
          <a:noFill/>
          <a:ln>
            <a:noFill/>
          </a:ln>
        </p:spPr>
        <p:txBody>
          <a:bodyPr spcFirstLastPara="1" wrap="square" lIns="0" tIns="0" rIns="0" bIns="0" anchor="t" anchorCtr="0">
            <a:spAutoFit/>
          </a:bodyPr>
          <a:lstStyle>
            <a:lvl1pPr marL="25400" marR="0" lvl="0" indent="0" algn="l" rtl="0">
              <a:lnSpc>
                <a:spcPct val="100000"/>
              </a:lnSpc>
              <a:spcBef>
                <a:spcPts val="0"/>
              </a:spcBef>
              <a:buNone/>
              <a:defRPr sz="800" b="0" i="0" u="none" strike="noStrike" cap="none">
                <a:solidFill>
                  <a:srgbClr val="7E7E7E"/>
                </a:solidFill>
                <a:latin typeface="Arial"/>
                <a:ea typeface="Arial"/>
                <a:cs typeface="Arial"/>
                <a:sym typeface="Arial"/>
              </a:defRPr>
            </a:lvl1pPr>
            <a:lvl2pPr marL="25400" marR="0" lvl="1" indent="0" algn="l" rtl="0">
              <a:lnSpc>
                <a:spcPct val="100000"/>
              </a:lnSpc>
              <a:spcBef>
                <a:spcPts val="0"/>
              </a:spcBef>
              <a:buNone/>
              <a:defRPr sz="800" b="0" i="0" u="none" strike="noStrike" cap="none">
                <a:solidFill>
                  <a:srgbClr val="7E7E7E"/>
                </a:solidFill>
                <a:latin typeface="Arial"/>
                <a:ea typeface="Arial"/>
                <a:cs typeface="Arial"/>
                <a:sym typeface="Arial"/>
              </a:defRPr>
            </a:lvl2pPr>
            <a:lvl3pPr marL="25400" marR="0" lvl="2" indent="0" algn="l" rtl="0">
              <a:lnSpc>
                <a:spcPct val="100000"/>
              </a:lnSpc>
              <a:spcBef>
                <a:spcPts val="0"/>
              </a:spcBef>
              <a:buNone/>
              <a:defRPr sz="800" b="0" i="0" u="none" strike="noStrike" cap="none">
                <a:solidFill>
                  <a:srgbClr val="7E7E7E"/>
                </a:solidFill>
                <a:latin typeface="Arial"/>
                <a:ea typeface="Arial"/>
                <a:cs typeface="Arial"/>
                <a:sym typeface="Arial"/>
              </a:defRPr>
            </a:lvl3pPr>
            <a:lvl4pPr marL="25400" marR="0" lvl="3" indent="0" algn="l" rtl="0">
              <a:lnSpc>
                <a:spcPct val="100000"/>
              </a:lnSpc>
              <a:spcBef>
                <a:spcPts val="0"/>
              </a:spcBef>
              <a:buNone/>
              <a:defRPr sz="800" b="0" i="0" u="none" strike="noStrike" cap="none">
                <a:solidFill>
                  <a:srgbClr val="7E7E7E"/>
                </a:solidFill>
                <a:latin typeface="Arial"/>
                <a:ea typeface="Arial"/>
                <a:cs typeface="Arial"/>
                <a:sym typeface="Arial"/>
              </a:defRPr>
            </a:lvl4pPr>
            <a:lvl5pPr marL="25400" marR="0" lvl="4" indent="0" algn="l" rtl="0">
              <a:lnSpc>
                <a:spcPct val="100000"/>
              </a:lnSpc>
              <a:spcBef>
                <a:spcPts val="0"/>
              </a:spcBef>
              <a:buNone/>
              <a:defRPr sz="800" b="0" i="0" u="none" strike="noStrike" cap="none">
                <a:solidFill>
                  <a:srgbClr val="7E7E7E"/>
                </a:solidFill>
                <a:latin typeface="Arial"/>
                <a:ea typeface="Arial"/>
                <a:cs typeface="Arial"/>
                <a:sym typeface="Arial"/>
              </a:defRPr>
            </a:lvl5pPr>
            <a:lvl6pPr marL="25400" marR="0" lvl="5" indent="0" algn="l" rtl="0">
              <a:lnSpc>
                <a:spcPct val="100000"/>
              </a:lnSpc>
              <a:spcBef>
                <a:spcPts val="0"/>
              </a:spcBef>
              <a:buNone/>
              <a:defRPr sz="800" b="0" i="0" u="none" strike="noStrike" cap="none">
                <a:solidFill>
                  <a:srgbClr val="7E7E7E"/>
                </a:solidFill>
                <a:latin typeface="Arial"/>
                <a:ea typeface="Arial"/>
                <a:cs typeface="Arial"/>
                <a:sym typeface="Arial"/>
              </a:defRPr>
            </a:lvl6pPr>
            <a:lvl7pPr marL="25400" marR="0" lvl="6" indent="0" algn="l" rtl="0">
              <a:lnSpc>
                <a:spcPct val="100000"/>
              </a:lnSpc>
              <a:spcBef>
                <a:spcPts val="0"/>
              </a:spcBef>
              <a:buNone/>
              <a:defRPr sz="800" b="0" i="0" u="none" strike="noStrike" cap="none">
                <a:solidFill>
                  <a:srgbClr val="7E7E7E"/>
                </a:solidFill>
                <a:latin typeface="Arial"/>
                <a:ea typeface="Arial"/>
                <a:cs typeface="Arial"/>
                <a:sym typeface="Arial"/>
              </a:defRPr>
            </a:lvl7pPr>
            <a:lvl8pPr marL="25400" marR="0" lvl="7" indent="0" algn="l" rtl="0">
              <a:lnSpc>
                <a:spcPct val="100000"/>
              </a:lnSpc>
              <a:spcBef>
                <a:spcPts val="0"/>
              </a:spcBef>
              <a:buNone/>
              <a:defRPr sz="800" b="0" i="0" u="none" strike="noStrike" cap="none">
                <a:solidFill>
                  <a:srgbClr val="7E7E7E"/>
                </a:solidFill>
                <a:latin typeface="Arial"/>
                <a:ea typeface="Arial"/>
                <a:cs typeface="Arial"/>
                <a:sym typeface="Arial"/>
              </a:defRPr>
            </a:lvl8pPr>
            <a:lvl9pPr marL="25400" marR="0" lvl="8" indent="0" algn="l" rtl="0">
              <a:lnSpc>
                <a:spcPct val="100000"/>
              </a:lnSpc>
              <a:spcBef>
                <a:spcPts val="0"/>
              </a:spcBef>
              <a:buNone/>
              <a:defRPr sz="800" b="0" i="0" u="none" strike="noStrike" cap="none">
                <a:solidFill>
                  <a:srgbClr val="7E7E7E"/>
                </a:solidFill>
                <a:latin typeface="Arial"/>
                <a:ea typeface="Arial"/>
                <a:cs typeface="Arial"/>
                <a:sym typeface="Arial"/>
              </a:defRPr>
            </a:lvl9pPr>
          </a:lstStyle>
          <a:p>
            <a:pPr marL="25400" lvl="0" indent="0" algn="l" rtl="0">
              <a:spcBef>
                <a:spcPts val="0"/>
              </a:spcBef>
              <a:spcAft>
                <a:spcPts val="0"/>
              </a:spcAft>
              <a:buNone/>
            </a:pPr>
            <a:fld id="{00000000-1234-1234-1234-123412341234}" type="slidenum">
              <a:rPr lang="en"/>
              <a:t>‹#›</a:t>
            </a:fld>
            <a:endParaRPr b="1">
              <a:solidFill>
                <a:srgbClr val="434343"/>
              </a:solidFill>
              <a:latin typeface="Nunito"/>
              <a:ea typeface="Nunito"/>
              <a:cs typeface="Nunito"/>
              <a:sym typeface="Nunito"/>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Blank 2">
  <p:cSld name="Blank">
    <p:spTree>
      <p:nvGrpSpPr>
        <p:cNvPr id="1" name="Shape 140"/>
        <p:cNvGrpSpPr/>
        <p:nvPr/>
      </p:nvGrpSpPr>
      <p:grpSpPr>
        <a:xfrm>
          <a:off x="0" y="0"/>
          <a:ext cx="0" cy="0"/>
          <a:chOff x="0" y="0"/>
          <a:chExt cx="0" cy="0"/>
        </a:xfrm>
      </p:grpSpPr>
      <p:sp>
        <p:nvSpPr>
          <p:cNvPr id="141" name="Google Shape;141;p32"/>
          <p:cNvSpPr txBox="1">
            <a:spLocks noGrp="1"/>
          </p:cNvSpPr>
          <p:nvPr>
            <p:ph type="ftr" idx="11"/>
          </p:nvPr>
        </p:nvSpPr>
        <p:spPr>
          <a:xfrm>
            <a:off x="3108960" y="4783455"/>
            <a:ext cx="2926200" cy="257100"/>
          </a:xfrm>
          <a:prstGeom prst="rect">
            <a:avLst/>
          </a:prstGeom>
          <a:noFill/>
          <a:ln>
            <a:noFill/>
          </a:ln>
        </p:spPr>
        <p:txBody>
          <a:bodyPr spcFirstLastPara="1" wrap="square" lIns="0" tIns="0" rIns="0" bIns="0" anchor="t" anchorCtr="0">
            <a:spAutoFit/>
          </a:bodyPr>
          <a:lstStyle>
            <a:lvl1pPr lvl="0" algn="ctr" rtl="0">
              <a:spcBef>
                <a:spcPts val="0"/>
              </a:spcBef>
              <a:spcAft>
                <a:spcPts val="0"/>
              </a:spcAft>
              <a:buSzPts val="1400"/>
              <a:buNone/>
              <a:defRPr>
                <a:solidFill>
                  <a:srgbClr val="888888"/>
                </a:solidFill>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42" name="Google Shape;142;p32"/>
          <p:cNvSpPr txBox="1">
            <a:spLocks noGrp="1"/>
          </p:cNvSpPr>
          <p:nvPr>
            <p:ph type="dt" idx="10"/>
          </p:nvPr>
        </p:nvSpPr>
        <p:spPr>
          <a:xfrm>
            <a:off x="457200" y="4783455"/>
            <a:ext cx="2103000" cy="257100"/>
          </a:xfrm>
          <a:prstGeom prst="rect">
            <a:avLst/>
          </a:prstGeom>
          <a:noFill/>
          <a:ln>
            <a:noFill/>
          </a:ln>
        </p:spPr>
        <p:txBody>
          <a:bodyPr spcFirstLastPara="1" wrap="square" lIns="0" tIns="0" rIns="0" bIns="0" anchor="t" anchorCtr="0">
            <a:spAutoFit/>
          </a:bodyPr>
          <a:lstStyle>
            <a:lvl1pPr lvl="0" algn="l" rtl="0">
              <a:spcBef>
                <a:spcPts val="0"/>
              </a:spcBef>
              <a:spcAft>
                <a:spcPts val="0"/>
              </a:spcAft>
              <a:buSzPts val="1400"/>
              <a:buNone/>
              <a:defRPr>
                <a:solidFill>
                  <a:srgbClr val="888888"/>
                </a:solidFill>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43" name="Google Shape;143;p32"/>
          <p:cNvSpPr txBox="1">
            <a:spLocks noGrp="1"/>
          </p:cNvSpPr>
          <p:nvPr>
            <p:ph type="sldNum" idx="12"/>
          </p:nvPr>
        </p:nvSpPr>
        <p:spPr>
          <a:xfrm>
            <a:off x="50889" y="4980883"/>
            <a:ext cx="216600" cy="123000"/>
          </a:xfrm>
          <a:prstGeom prst="rect">
            <a:avLst/>
          </a:prstGeom>
          <a:noFill/>
          <a:ln>
            <a:noFill/>
          </a:ln>
        </p:spPr>
        <p:txBody>
          <a:bodyPr spcFirstLastPara="1" wrap="square" lIns="0" tIns="0" rIns="0" bIns="0" anchor="t" anchorCtr="0">
            <a:spAutoFit/>
          </a:bodyPr>
          <a:lstStyle>
            <a:lvl1pPr marL="25400" marR="0" lvl="0" indent="0" algn="l" rtl="0">
              <a:lnSpc>
                <a:spcPct val="100000"/>
              </a:lnSpc>
              <a:spcBef>
                <a:spcPts val="0"/>
              </a:spcBef>
              <a:buNone/>
              <a:defRPr sz="800" b="0" i="0">
                <a:solidFill>
                  <a:srgbClr val="7E7E7E"/>
                </a:solidFill>
                <a:latin typeface="Arial"/>
                <a:ea typeface="Arial"/>
                <a:cs typeface="Arial"/>
                <a:sym typeface="Arial"/>
              </a:defRPr>
            </a:lvl1pPr>
            <a:lvl2pPr marL="25400" marR="0" lvl="1" indent="0" algn="l" rtl="0">
              <a:lnSpc>
                <a:spcPct val="100000"/>
              </a:lnSpc>
              <a:spcBef>
                <a:spcPts val="0"/>
              </a:spcBef>
              <a:buNone/>
              <a:defRPr sz="800" b="0" i="0">
                <a:solidFill>
                  <a:srgbClr val="7E7E7E"/>
                </a:solidFill>
                <a:latin typeface="Arial"/>
                <a:ea typeface="Arial"/>
                <a:cs typeface="Arial"/>
                <a:sym typeface="Arial"/>
              </a:defRPr>
            </a:lvl2pPr>
            <a:lvl3pPr marL="25400" marR="0" lvl="2" indent="0" algn="l" rtl="0">
              <a:lnSpc>
                <a:spcPct val="100000"/>
              </a:lnSpc>
              <a:spcBef>
                <a:spcPts val="0"/>
              </a:spcBef>
              <a:buNone/>
              <a:defRPr sz="800" b="0" i="0">
                <a:solidFill>
                  <a:srgbClr val="7E7E7E"/>
                </a:solidFill>
                <a:latin typeface="Arial"/>
                <a:ea typeface="Arial"/>
                <a:cs typeface="Arial"/>
                <a:sym typeface="Arial"/>
              </a:defRPr>
            </a:lvl3pPr>
            <a:lvl4pPr marL="25400" marR="0" lvl="3" indent="0" algn="l" rtl="0">
              <a:lnSpc>
                <a:spcPct val="100000"/>
              </a:lnSpc>
              <a:spcBef>
                <a:spcPts val="0"/>
              </a:spcBef>
              <a:buNone/>
              <a:defRPr sz="800" b="0" i="0">
                <a:solidFill>
                  <a:srgbClr val="7E7E7E"/>
                </a:solidFill>
                <a:latin typeface="Arial"/>
                <a:ea typeface="Arial"/>
                <a:cs typeface="Arial"/>
                <a:sym typeface="Arial"/>
              </a:defRPr>
            </a:lvl4pPr>
            <a:lvl5pPr marL="25400" marR="0" lvl="4" indent="0" algn="l" rtl="0">
              <a:lnSpc>
                <a:spcPct val="100000"/>
              </a:lnSpc>
              <a:spcBef>
                <a:spcPts val="0"/>
              </a:spcBef>
              <a:buNone/>
              <a:defRPr sz="800" b="0" i="0">
                <a:solidFill>
                  <a:srgbClr val="7E7E7E"/>
                </a:solidFill>
                <a:latin typeface="Arial"/>
                <a:ea typeface="Arial"/>
                <a:cs typeface="Arial"/>
                <a:sym typeface="Arial"/>
              </a:defRPr>
            </a:lvl5pPr>
            <a:lvl6pPr marL="25400" marR="0" lvl="5" indent="0" algn="l" rtl="0">
              <a:lnSpc>
                <a:spcPct val="100000"/>
              </a:lnSpc>
              <a:spcBef>
                <a:spcPts val="0"/>
              </a:spcBef>
              <a:buNone/>
              <a:defRPr sz="800" b="0" i="0">
                <a:solidFill>
                  <a:srgbClr val="7E7E7E"/>
                </a:solidFill>
                <a:latin typeface="Arial"/>
                <a:ea typeface="Arial"/>
                <a:cs typeface="Arial"/>
                <a:sym typeface="Arial"/>
              </a:defRPr>
            </a:lvl6pPr>
            <a:lvl7pPr marL="25400" marR="0" lvl="6" indent="0" algn="l" rtl="0">
              <a:lnSpc>
                <a:spcPct val="100000"/>
              </a:lnSpc>
              <a:spcBef>
                <a:spcPts val="0"/>
              </a:spcBef>
              <a:buNone/>
              <a:defRPr sz="800" b="0" i="0">
                <a:solidFill>
                  <a:srgbClr val="7E7E7E"/>
                </a:solidFill>
                <a:latin typeface="Arial"/>
                <a:ea typeface="Arial"/>
                <a:cs typeface="Arial"/>
                <a:sym typeface="Arial"/>
              </a:defRPr>
            </a:lvl7pPr>
            <a:lvl8pPr marL="25400" marR="0" lvl="7" indent="0" algn="l" rtl="0">
              <a:lnSpc>
                <a:spcPct val="100000"/>
              </a:lnSpc>
              <a:spcBef>
                <a:spcPts val="0"/>
              </a:spcBef>
              <a:buNone/>
              <a:defRPr sz="800" b="0" i="0">
                <a:solidFill>
                  <a:srgbClr val="7E7E7E"/>
                </a:solidFill>
                <a:latin typeface="Arial"/>
                <a:ea typeface="Arial"/>
                <a:cs typeface="Arial"/>
                <a:sym typeface="Arial"/>
              </a:defRPr>
            </a:lvl8pPr>
            <a:lvl9pPr marL="25400" marR="0" lvl="8" indent="0" algn="l" rtl="0">
              <a:lnSpc>
                <a:spcPct val="100000"/>
              </a:lnSpc>
              <a:spcBef>
                <a:spcPts val="0"/>
              </a:spcBef>
              <a:buNone/>
              <a:defRPr sz="800" b="0" i="0">
                <a:solidFill>
                  <a:srgbClr val="7E7E7E"/>
                </a:solidFill>
                <a:latin typeface="Arial"/>
                <a:ea typeface="Arial"/>
                <a:cs typeface="Arial"/>
                <a:sym typeface="Arial"/>
              </a:defRPr>
            </a:lvl9pPr>
          </a:lstStyle>
          <a:p>
            <a:pPr marL="25400" lvl="0" indent="0" algn="l" rtl="0">
              <a:spcBef>
                <a:spcPts val="0"/>
              </a:spcBef>
              <a:spcAft>
                <a:spcPts val="0"/>
              </a:spcAft>
              <a:buNone/>
            </a:pPr>
            <a:fld id="{00000000-1234-1234-1234-123412341234}" type="slidenum">
              <a:rPr lang="en"/>
              <a:t>‹#›</a:t>
            </a:fld>
            <a:endParaRPr b="1">
              <a:solidFill>
                <a:srgbClr val="434343"/>
              </a:solidFill>
              <a:latin typeface="Nunito"/>
              <a:ea typeface="Nunito"/>
              <a:cs typeface="Nunito"/>
              <a:sym typeface="Nunito"/>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144"/>
        <p:cNvGrpSpPr/>
        <p:nvPr/>
      </p:nvGrpSpPr>
      <p:grpSpPr>
        <a:xfrm>
          <a:off x="0" y="0"/>
          <a:ext cx="0" cy="0"/>
          <a:chOff x="0" y="0"/>
          <a:chExt cx="0" cy="0"/>
        </a:xfrm>
      </p:grpSpPr>
      <p:sp>
        <p:nvSpPr>
          <p:cNvPr id="145" name="Google Shape;145;p33"/>
          <p:cNvSpPr txBox="1">
            <a:spLocks noGrp="1"/>
          </p:cNvSpPr>
          <p:nvPr>
            <p:ph type="title"/>
          </p:nvPr>
        </p:nvSpPr>
        <p:spPr>
          <a:xfrm>
            <a:off x="3368992" y="2453440"/>
            <a:ext cx="2406000" cy="224700"/>
          </a:xfrm>
          <a:prstGeom prst="rect">
            <a:avLst/>
          </a:prstGeom>
          <a:noFill/>
          <a:ln>
            <a:noFill/>
          </a:ln>
        </p:spPr>
        <p:txBody>
          <a:bodyPr spcFirstLastPara="1" wrap="square" lIns="0" tIns="0" rIns="0" bIns="0" anchor="t" anchorCtr="0">
            <a:spAutoFit/>
          </a:bodyPr>
          <a:lstStyle>
            <a:lvl1pPr lvl="0" algn="l" rtl="0">
              <a:spcBef>
                <a:spcPts val="0"/>
              </a:spcBef>
              <a:spcAft>
                <a:spcPts val="0"/>
              </a:spcAft>
              <a:buSzPts val="2200"/>
              <a:buNone/>
              <a:defRPr sz="1400" b="1" i="0">
                <a:solidFill>
                  <a:schemeClr val="dk1"/>
                </a:solidFill>
                <a:latin typeface="Arial"/>
                <a:ea typeface="Arial"/>
                <a:cs typeface="Arial"/>
                <a:sym typeface="Arial"/>
              </a:defRPr>
            </a:lvl1pPr>
            <a:lvl2pPr lvl="1" rtl="0">
              <a:spcBef>
                <a:spcPts val="0"/>
              </a:spcBef>
              <a:spcAft>
                <a:spcPts val="0"/>
              </a:spcAft>
              <a:buSzPts val="2500"/>
              <a:buNone/>
              <a:defRPr/>
            </a:lvl2pPr>
            <a:lvl3pPr lvl="2" rtl="0">
              <a:spcBef>
                <a:spcPts val="0"/>
              </a:spcBef>
              <a:spcAft>
                <a:spcPts val="0"/>
              </a:spcAft>
              <a:buSzPts val="2500"/>
              <a:buNone/>
              <a:defRPr/>
            </a:lvl3pPr>
            <a:lvl4pPr lvl="3" rtl="0">
              <a:spcBef>
                <a:spcPts val="0"/>
              </a:spcBef>
              <a:spcAft>
                <a:spcPts val="0"/>
              </a:spcAft>
              <a:buSzPts val="2500"/>
              <a:buNone/>
              <a:defRPr/>
            </a:lvl4pPr>
            <a:lvl5pPr lvl="4" rtl="0">
              <a:spcBef>
                <a:spcPts val="0"/>
              </a:spcBef>
              <a:spcAft>
                <a:spcPts val="0"/>
              </a:spcAft>
              <a:buSzPts val="2500"/>
              <a:buNone/>
              <a:defRPr/>
            </a:lvl5pPr>
            <a:lvl6pPr lvl="5" rtl="0">
              <a:spcBef>
                <a:spcPts val="0"/>
              </a:spcBef>
              <a:spcAft>
                <a:spcPts val="0"/>
              </a:spcAft>
              <a:buSzPts val="2500"/>
              <a:buNone/>
              <a:defRPr/>
            </a:lvl6pPr>
            <a:lvl7pPr lvl="6" rtl="0">
              <a:spcBef>
                <a:spcPts val="0"/>
              </a:spcBef>
              <a:spcAft>
                <a:spcPts val="0"/>
              </a:spcAft>
              <a:buSzPts val="2500"/>
              <a:buNone/>
              <a:defRPr/>
            </a:lvl7pPr>
            <a:lvl8pPr lvl="7" rtl="0">
              <a:spcBef>
                <a:spcPts val="0"/>
              </a:spcBef>
              <a:spcAft>
                <a:spcPts val="0"/>
              </a:spcAft>
              <a:buSzPts val="2500"/>
              <a:buNone/>
              <a:defRPr/>
            </a:lvl8pPr>
            <a:lvl9pPr lvl="8" rtl="0">
              <a:spcBef>
                <a:spcPts val="0"/>
              </a:spcBef>
              <a:spcAft>
                <a:spcPts val="0"/>
              </a:spcAft>
              <a:buSzPts val="2500"/>
              <a:buNone/>
              <a:defRPr/>
            </a:lvl9pPr>
          </a:lstStyle>
          <a:p>
            <a:endParaRPr/>
          </a:p>
        </p:txBody>
      </p:sp>
      <p:sp>
        <p:nvSpPr>
          <p:cNvPr id="146" name="Google Shape;146;p33"/>
          <p:cNvSpPr txBox="1">
            <a:spLocks noGrp="1"/>
          </p:cNvSpPr>
          <p:nvPr>
            <p:ph type="body" idx="1"/>
          </p:nvPr>
        </p:nvSpPr>
        <p:spPr>
          <a:xfrm>
            <a:off x="457200" y="1183005"/>
            <a:ext cx="3977700" cy="3394800"/>
          </a:xfrm>
          <a:prstGeom prst="rect">
            <a:avLst/>
          </a:prstGeom>
          <a:noFill/>
          <a:ln>
            <a:noFill/>
          </a:ln>
        </p:spPr>
        <p:txBody>
          <a:bodyPr spcFirstLastPara="1" wrap="square" lIns="0" tIns="0" rIns="0" bIns="0" anchor="t" anchorCtr="0">
            <a:spAutoFit/>
          </a:bodyPr>
          <a:lstStyle>
            <a:lvl1pPr marL="457200" lvl="0" indent="-228600" algn="l" rtl="0">
              <a:spcBef>
                <a:spcPts val="0"/>
              </a:spcBef>
              <a:spcAft>
                <a:spcPts val="0"/>
              </a:spcAft>
              <a:buSzPts val="1500"/>
              <a:buNone/>
              <a:defRPr/>
            </a:lvl1pPr>
            <a:lvl2pPr marL="914400" lvl="1" indent="-228600" algn="l" rtl="0">
              <a:spcBef>
                <a:spcPts val="1600"/>
              </a:spcBef>
              <a:spcAft>
                <a:spcPts val="0"/>
              </a:spcAft>
              <a:buSzPts val="1300"/>
              <a:buNone/>
              <a:defRPr/>
            </a:lvl2pPr>
            <a:lvl3pPr marL="1371600" lvl="2" indent="-228600" algn="l" rtl="0">
              <a:spcBef>
                <a:spcPts val="1600"/>
              </a:spcBef>
              <a:spcAft>
                <a:spcPts val="0"/>
              </a:spcAft>
              <a:buSzPts val="1200"/>
              <a:buNone/>
              <a:defRPr/>
            </a:lvl3pPr>
            <a:lvl4pPr marL="1828800" lvl="3" indent="-228600" algn="l" rtl="0">
              <a:spcBef>
                <a:spcPts val="1600"/>
              </a:spcBef>
              <a:spcAft>
                <a:spcPts val="0"/>
              </a:spcAft>
              <a:buSzPts val="1100"/>
              <a:buNone/>
              <a:defRPr/>
            </a:lvl4pPr>
            <a:lvl5pPr marL="2286000" lvl="4" indent="-228600" algn="l" rtl="0">
              <a:spcBef>
                <a:spcPts val="1600"/>
              </a:spcBef>
              <a:spcAft>
                <a:spcPts val="0"/>
              </a:spcAft>
              <a:buSzPts val="1000"/>
              <a:buNone/>
              <a:defRPr/>
            </a:lvl5pPr>
            <a:lvl6pPr marL="2743200" lvl="5" indent="-228600" algn="l" rtl="0">
              <a:spcBef>
                <a:spcPts val="1600"/>
              </a:spcBef>
              <a:spcAft>
                <a:spcPts val="0"/>
              </a:spcAft>
              <a:buSzPts val="900"/>
              <a:buNone/>
              <a:defRPr/>
            </a:lvl6pPr>
            <a:lvl7pPr marL="3200400" lvl="6" indent="-228600" algn="l" rtl="0">
              <a:spcBef>
                <a:spcPts val="1600"/>
              </a:spcBef>
              <a:spcAft>
                <a:spcPts val="0"/>
              </a:spcAft>
              <a:buSzPts val="800"/>
              <a:buNone/>
              <a:defRPr/>
            </a:lvl7pPr>
            <a:lvl8pPr marL="3657600" lvl="7" indent="-228600" algn="l" rtl="0">
              <a:spcBef>
                <a:spcPts val="1600"/>
              </a:spcBef>
              <a:spcAft>
                <a:spcPts val="0"/>
              </a:spcAft>
              <a:buSzPts val="700"/>
              <a:buNone/>
              <a:defRPr/>
            </a:lvl8pPr>
            <a:lvl9pPr marL="4114800" lvl="8" indent="-228600" algn="l" rtl="0">
              <a:spcBef>
                <a:spcPts val="1600"/>
              </a:spcBef>
              <a:spcAft>
                <a:spcPts val="1600"/>
              </a:spcAft>
              <a:buSzPts val="600"/>
              <a:buNone/>
              <a:defRPr/>
            </a:lvl9pPr>
          </a:lstStyle>
          <a:p>
            <a:endParaRPr/>
          </a:p>
        </p:txBody>
      </p:sp>
      <p:sp>
        <p:nvSpPr>
          <p:cNvPr id="147" name="Google Shape;147;p33"/>
          <p:cNvSpPr txBox="1">
            <a:spLocks noGrp="1"/>
          </p:cNvSpPr>
          <p:nvPr>
            <p:ph type="body" idx="2"/>
          </p:nvPr>
        </p:nvSpPr>
        <p:spPr>
          <a:xfrm>
            <a:off x="4709160" y="1183005"/>
            <a:ext cx="3977700" cy="3394800"/>
          </a:xfrm>
          <a:prstGeom prst="rect">
            <a:avLst/>
          </a:prstGeom>
          <a:noFill/>
          <a:ln>
            <a:noFill/>
          </a:ln>
        </p:spPr>
        <p:txBody>
          <a:bodyPr spcFirstLastPara="1" wrap="square" lIns="0" tIns="0" rIns="0" bIns="0" anchor="t" anchorCtr="0">
            <a:spAutoFit/>
          </a:bodyPr>
          <a:lstStyle>
            <a:lvl1pPr marL="457200" lvl="0" indent="-228600" algn="l" rtl="0">
              <a:spcBef>
                <a:spcPts val="0"/>
              </a:spcBef>
              <a:spcAft>
                <a:spcPts val="0"/>
              </a:spcAft>
              <a:buSzPts val="1500"/>
              <a:buNone/>
              <a:defRPr/>
            </a:lvl1pPr>
            <a:lvl2pPr marL="914400" lvl="1" indent="-228600" algn="l" rtl="0">
              <a:spcBef>
                <a:spcPts val="1600"/>
              </a:spcBef>
              <a:spcAft>
                <a:spcPts val="0"/>
              </a:spcAft>
              <a:buSzPts val="1300"/>
              <a:buNone/>
              <a:defRPr/>
            </a:lvl2pPr>
            <a:lvl3pPr marL="1371600" lvl="2" indent="-228600" algn="l" rtl="0">
              <a:spcBef>
                <a:spcPts val="1600"/>
              </a:spcBef>
              <a:spcAft>
                <a:spcPts val="0"/>
              </a:spcAft>
              <a:buSzPts val="1200"/>
              <a:buNone/>
              <a:defRPr/>
            </a:lvl3pPr>
            <a:lvl4pPr marL="1828800" lvl="3" indent="-228600" algn="l" rtl="0">
              <a:spcBef>
                <a:spcPts val="1600"/>
              </a:spcBef>
              <a:spcAft>
                <a:spcPts val="0"/>
              </a:spcAft>
              <a:buSzPts val="1100"/>
              <a:buNone/>
              <a:defRPr/>
            </a:lvl4pPr>
            <a:lvl5pPr marL="2286000" lvl="4" indent="-228600" algn="l" rtl="0">
              <a:spcBef>
                <a:spcPts val="1600"/>
              </a:spcBef>
              <a:spcAft>
                <a:spcPts val="0"/>
              </a:spcAft>
              <a:buSzPts val="1000"/>
              <a:buNone/>
              <a:defRPr/>
            </a:lvl5pPr>
            <a:lvl6pPr marL="2743200" lvl="5" indent="-228600" algn="l" rtl="0">
              <a:spcBef>
                <a:spcPts val="1600"/>
              </a:spcBef>
              <a:spcAft>
                <a:spcPts val="0"/>
              </a:spcAft>
              <a:buSzPts val="900"/>
              <a:buNone/>
              <a:defRPr/>
            </a:lvl6pPr>
            <a:lvl7pPr marL="3200400" lvl="6" indent="-228600" algn="l" rtl="0">
              <a:spcBef>
                <a:spcPts val="1600"/>
              </a:spcBef>
              <a:spcAft>
                <a:spcPts val="0"/>
              </a:spcAft>
              <a:buSzPts val="800"/>
              <a:buNone/>
              <a:defRPr/>
            </a:lvl7pPr>
            <a:lvl8pPr marL="3657600" lvl="7" indent="-228600" algn="l" rtl="0">
              <a:spcBef>
                <a:spcPts val="1600"/>
              </a:spcBef>
              <a:spcAft>
                <a:spcPts val="0"/>
              </a:spcAft>
              <a:buSzPts val="700"/>
              <a:buNone/>
              <a:defRPr/>
            </a:lvl8pPr>
            <a:lvl9pPr marL="4114800" lvl="8" indent="-228600" algn="l" rtl="0">
              <a:spcBef>
                <a:spcPts val="1600"/>
              </a:spcBef>
              <a:spcAft>
                <a:spcPts val="1600"/>
              </a:spcAft>
              <a:buSzPts val="600"/>
              <a:buNone/>
              <a:defRPr/>
            </a:lvl9pPr>
          </a:lstStyle>
          <a:p>
            <a:endParaRPr/>
          </a:p>
        </p:txBody>
      </p:sp>
      <p:sp>
        <p:nvSpPr>
          <p:cNvPr id="148" name="Google Shape;148;p33"/>
          <p:cNvSpPr txBox="1">
            <a:spLocks noGrp="1"/>
          </p:cNvSpPr>
          <p:nvPr>
            <p:ph type="ftr" idx="11"/>
          </p:nvPr>
        </p:nvSpPr>
        <p:spPr>
          <a:xfrm>
            <a:off x="3108960" y="4783455"/>
            <a:ext cx="2926200" cy="257100"/>
          </a:xfrm>
          <a:prstGeom prst="rect">
            <a:avLst/>
          </a:prstGeom>
          <a:noFill/>
          <a:ln>
            <a:noFill/>
          </a:ln>
        </p:spPr>
        <p:txBody>
          <a:bodyPr spcFirstLastPara="1" wrap="square" lIns="0" tIns="0" rIns="0" bIns="0" anchor="t" anchorCtr="0">
            <a:spAutoFit/>
          </a:bodyPr>
          <a:lstStyle>
            <a:lvl1pPr lvl="0" algn="ctr" rtl="0">
              <a:spcBef>
                <a:spcPts val="0"/>
              </a:spcBef>
              <a:spcAft>
                <a:spcPts val="0"/>
              </a:spcAft>
              <a:buSzPts val="1400"/>
              <a:buNone/>
              <a:defRPr>
                <a:solidFill>
                  <a:srgbClr val="888888"/>
                </a:solidFill>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49" name="Google Shape;149;p33"/>
          <p:cNvSpPr txBox="1">
            <a:spLocks noGrp="1"/>
          </p:cNvSpPr>
          <p:nvPr>
            <p:ph type="dt" idx="10"/>
          </p:nvPr>
        </p:nvSpPr>
        <p:spPr>
          <a:xfrm>
            <a:off x="457200" y="4783455"/>
            <a:ext cx="2103000" cy="257100"/>
          </a:xfrm>
          <a:prstGeom prst="rect">
            <a:avLst/>
          </a:prstGeom>
          <a:noFill/>
          <a:ln>
            <a:noFill/>
          </a:ln>
        </p:spPr>
        <p:txBody>
          <a:bodyPr spcFirstLastPara="1" wrap="square" lIns="0" tIns="0" rIns="0" bIns="0" anchor="t" anchorCtr="0">
            <a:spAutoFit/>
          </a:bodyPr>
          <a:lstStyle>
            <a:lvl1pPr lvl="0" algn="l" rtl="0">
              <a:spcBef>
                <a:spcPts val="0"/>
              </a:spcBef>
              <a:spcAft>
                <a:spcPts val="0"/>
              </a:spcAft>
              <a:buSzPts val="1400"/>
              <a:buNone/>
              <a:defRPr>
                <a:solidFill>
                  <a:srgbClr val="888888"/>
                </a:solidFill>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50" name="Google Shape;150;p33"/>
          <p:cNvSpPr txBox="1">
            <a:spLocks noGrp="1"/>
          </p:cNvSpPr>
          <p:nvPr>
            <p:ph type="sldNum" idx="12"/>
          </p:nvPr>
        </p:nvSpPr>
        <p:spPr>
          <a:xfrm>
            <a:off x="50889" y="4980883"/>
            <a:ext cx="216600" cy="123000"/>
          </a:xfrm>
          <a:prstGeom prst="rect">
            <a:avLst/>
          </a:prstGeom>
          <a:noFill/>
          <a:ln>
            <a:noFill/>
          </a:ln>
        </p:spPr>
        <p:txBody>
          <a:bodyPr spcFirstLastPara="1" wrap="square" lIns="0" tIns="0" rIns="0" bIns="0" anchor="t" anchorCtr="0">
            <a:spAutoFit/>
          </a:bodyPr>
          <a:lstStyle>
            <a:lvl1pPr marL="25400" marR="0" lvl="0" indent="0" algn="l" rtl="0">
              <a:lnSpc>
                <a:spcPct val="100000"/>
              </a:lnSpc>
              <a:spcBef>
                <a:spcPts val="0"/>
              </a:spcBef>
              <a:buNone/>
              <a:defRPr sz="800" b="0" i="0">
                <a:solidFill>
                  <a:srgbClr val="7E7E7E"/>
                </a:solidFill>
                <a:latin typeface="Arial"/>
                <a:ea typeface="Arial"/>
                <a:cs typeface="Arial"/>
                <a:sym typeface="Arial"/>
              </a:defRPr>
            </a:lvl1pPr>
            <a:lvl2pPr marL="25400" marR="0" lvl="1" indent="0" algn="l" rtl="0">
              <a:lnSpc>
                <a:spcPct val="100000"/>
              </a:lnSpc>
              <a:spcBef>
                <a:spcPts val="0"/>
              </a:spcBef>
              <a:buNone/>
              <a:defRPr sz="800" b="0" i="0">
                <a:solidFill>
                  <a:srgbClr val="7E7E7E"/>
                </a:solidFill>
                <a:latin typeface="Arial"/>
                <a:ea typeface="Arial"/>
                <a:cs typeface="Arial"/>
                <a:sym typeface="Arial"/>
              </a:defRPr>
            </a:lvl2pPr>
            <a:lvl3pPr marL="25400" marR="0" lvl="2" indent="0" algn="l" rtl="0">
              <a:lnSpc>
                <a:spcPct val="100000"/>
              </a:lnSpc>
              <a:spcBef>
                <a:spcPts val="0"/>
              </a:spcBef>
              <a:buNone/>
              <a:defRPr sz="800" b="0" i="0">
                <a:solidFill>
                  <a:srgbClr val="7E7E7E"/>
                </a:solidFill>
                <a:latin typeface="Arial"/>
                <a:ea typeface="Arial"/>
                <a:cs typeface="Arial"/>
                <a:sym typeface="Arial"/>
              </a:defRPr>
            </a:lvl3pPr>
            <a:lvl4pPr marL="25400" marR="0" lvl="3" indent="0" algn="l" rtl="0">
              <a:lnSpc>
                <a:spcPct val="100000"/>
              </a:lnSpc>
              <a:spcBef>
                <a:spcPts val="0"/>
              </a:spcBef>
              <a:buNone/>
              <a:defRPr sz="800" b="0" i="0">
                <a:solidFill>
                  <a:srgbClr val="7E7E7E"/>
                </a:solidFill>
                <a:latin typeface="Arial"/>
                <a:ea typeface="Arial"/>
                <a:cs typeface="Arial"/>
                <a:sym typeface="Arial"/>
              </a:defRPr>
            </a:lvl4pPr>
            <a:lvl5pPr marL="25400" marR="0" lvl="4" indent="0" algn="l" rtl="0">
              <a:lnSpc>
                <a:spcPct val="100000"/>
              </a:lnSpc>
              <a:spcBef>
                <a:spcPts val="0"/>
              </a:spcBef>
              <a:buNone/>
              <a:defRPr sz="800" b="0" i="0">
                <a:solidFill>
                  <a:srgbClr val="7E7E7E"/>
                </a:solidFill>
                <a:latin typeface="Arial"/>
                <a:ea typeface="Arial"/>
                <a:cs typeface="Arial"/>
                <a:sym typeface="Arial"/>
              </a:defRPr>
            </a:lvl5pPr>
            <a:lvl6pPr marL="25400" marR="0" lvl="5" indent="0" algn="l" rtl="0">
              <a:lnSpc>
                <a:spcPct val="100000"/>
              </a:lnSpc>
              <a:spcBef>
                <a:spcPts val="0"/>
              </a:spcBef>
              <a:buNone/>
              <a:defRPr sz="800" b="0" i="0">
                <a:solidFill>
                  <a:srgbClr val="7E7E7E"/>
                </a:solidFill>
                <a:latin typeface="Arial"/>
                <a:ea typeface="Arial"/>
                <a:cs typeface="Arial"/>
                <a:sym typeface="Arial"/>
              </a:defRPr>
            </a:lvl6pPr>
            <a:lvl7pPr marL="25400" marR="0" lvl="6" indent="0" algn="l" rtl="0">
              <a:lnSpc>
                <a:spcPct val="100000"/>
              </a:lnSpc>
              <a:spcBef>
                <a:spcPts val="0"/>
              </a:spcBef>
              <a:buNone/>
              <a:defRPr sz="800" b="0" i="0">
                <a:solidFill>
                  <a:srgbClr val="7E7E7E"/>
                </a:solidFill>
                <a:latin typeface="Arial"/>
                <a:ea typeface="Arial"/>
                <a:cs typeface="Arial"/>
                <a:sym typeface="Arial"/>
              </a:defRPr>
            </a:lvl7pPr>
            <a:lvl8pPr marL="25400" marR="0" lvl="7" indent="0" algn="l" rtl="0">
              <a:lnSpc>
                <a:spcPct val="100000"/>
              </a:lnSpc>
              <a:spcBef>
                <a:spcPts val="0"/>
              </a:spcBef>
              <a:buNone/>
              <a:defRPr sz="800" b="0" i="0">
                <a:solidFill>
                  <a:srgbClr val="7E7E7E"/>
                </a:solidFill>
                <a:latin typeface="Arial"/>
                <a:ea typeface="Arial"/>
                <a:cs typeface="Arial"/>
                <a:sym typeface="Arial"/>
              </a:defRPr>
            </a:lvl8pPr>
            <a:lvl9pPr marL="25400" marR="0" lvl="8" indent="0" algn="l" rtl="0">
              <a:lnSpc>
                <a:spcPct val="100000"/>
              </a:lnSpc>
              <a:spcBef>
                <a:spcPts val="0"/>
              </a:spcBef>
              <a:buNone/>
              <a:defRPr sz="800" b="0" i="0">
                <a:solidFill>
                  <a:srgbClr val="7E7E7E"/>
                </a:solidFill>
                <a:latin typeface="Arial"/>
                <a:ea typeface="Arial"/>
                <a:cs typeface="Arial"/>
                <a:sym typeface="Arial"/>
              </a:defRPr>
            </a:lvl9pPr>
          </a:lstStyle>
          <a:p>
            <a:pPr marL="25400" lvl="0" indent="0" algn="l" rtl="0">
              <a:spcBef>
                <a:spcPts val="0"/>
              </a:spcBef>
              <a:spcAft>
                <a:spcPts val="0"/>
              </a:spcAft>
              <a:buNone/>
            </a:pPr>
            <a:fld id="{00000000-1234-1234-1234-123412341234}" type="slidenum">
              <a:rPr lang="en"/>
              <a:t>‹#›</a:t>
            </a:fld>
            <a:endParaRPr b="1">
              <a:solidFill>
                <a:srgbClr val="434343"/>
              </a:solidFill>
              <a:latin typeface="Nunito"/>
              <a:ea typeface="Nunito"/>
              <a:cs typeface="Nunito"/>
              <a:sym typeface="Nunito"/>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Only 1 1">
  <p:cSld name="OBJECT_1_1">
    <p:spTree>
      <p:nvGrpSpPr>
        <p:cNvPr id="1" name="Shape 151"/>
        <p:cNvGrpSpPr/>
        <p:nvPr/>
      </p:nvGrpSpPr>
      <p:grpSpPr>
        <a:xfrm>
          <a:off x="0" y="0"/>
          <a:ext cx="0" cy="0"/>
          <a:chOff x="0" y="0"/>
          <a:chExt cx="0" cy="0"/>
        </a:xfrm>
      </p:grpSpPr>
      <p:sp>
        <p:nvSpPr>
          <p:cNvPr id="152" name="Google Shape;152;p34"/>
          <p:cNvSpPr txBox="1">
            <a:spLocks noGrp="1"/>
          </p:cNvSpPr>
          <p:nvPr>
            <p:ph type="title"/>
          </p:nvPr>
        </p:nvSpPr>
        <p:spPr>
          <a:xfrm>
            <a:off x="2936867" y="2199322"/>
            <a:ext cx="3275400" cy="673500"/>
          </a:xfrm>
          <a:prstGeom prst="rect">
            <a:avLst/>
          </a:prstGeom>
          <a:noFill/>
          <a:ln>
            <a:noFill/>
          </a:ln>
        </p:spPr>
        <p:txBody>
          <a:bodyPr spcFirstLastPara="1" wrap="square" lIns="0" tIns="0" rIns="0" bIns="0" anchor="t" anchorCtr="0">
            <a:spAutoFit/>
          </a:bodyPr>
          <a:lstStyle>
            <a:lvl1pPr lvl="0" algn="l" rtl="0">
              <a:spcBef>
                <a:spcPts val="0"/>
              </a:spcBef>
              <a:spcAft>
                <a:spcPts val="0"/>
              </a:spcAft>
              <a:buSzPts val="2200"/>
              <a:buNone/>
              <a:defRPr sz="4300" b="1" i="0">
                <a:solidFill>
                  <a:schemeClr val="accent2"/>
                </a:solidFill>
                <a:latin typeface="Arial"/>
                <a:ea typeface="Arial"/>
                <a:cs typeface="Arial"/>
                <a:sym typeface="Arial"/>
              </a:defRPr>
            </a:lvl1pPr>
            <a:lvl2pPr lvl="1" rtl="0">
              <a:spcBef>
                <a:spcPts val="0"/>
              </a:spcBef>
              <a:spcAft>
                <a:spcPts val="0"/>
              </a:spcAft>
              <a:buSzPts val="2500"/>
              <a:buNone/>
              <a:defRPr/>
            </a:lvl2pPr>
            <a:lvl3pPr lvl="2" rtl="0">
              <a:spcBef>
                <a:spcPts val="0"/>
              </a:spcBef>
              <a:spcAft>
                <a:spcPts val="0"/>
              </a:spcAft>
              <a:buSzPts val="2500"/>
              <a:buNone/>
              <a:defRPr/>
            </a:lvl3pPr>
            <a:lvl4pPr lvl="3" rtl="0">
              <a:spcBef>
                <a:spcPts val="0"/>
              </a:spcBef>
              <a:spcAft>
                <a:spcPts val="0"/>
              </a:spcAft>
              <a:buSzPts val="2500"/>
              <a:buNone/>
              <a:defRPr/>
            </a:lvl4pPr>
            <a:lvl5pPr lvl="4" rtl="0">
              <a:spcBef>
                <a:spcPts val="0"/>
              </a:spcBef>
              <a:spcAft>
                <a:spcPts val="0"/>
              </a:spcAft>
              <a:buSzPts val="2500"/>
              <a:buNone/>
              <a:defRPr/>
            </a:lvl5pPr>
            <a:lvl6pPr lvl="5" rtl="0">
              <a:spcBef>
                <a:spcPts val="0"/>
              </a:spcBef>
              <a:spcAft>
                <a:spcPts val="0"/>
              </a:spcAft>
              <a:buSzPts val="2500"/>
              <a:buNone/>
              <a:defRPr/>
            </a:lvl6pPr>
            <a:lvl7pPr lvl="6" rtl="0">
              <a:spcBef>
                <a:spcPts val="0"/>
              </a:spcBef>
              <a:spcAft>
                <a:spcPts val="0"/>
              </a:spcAft>
              <a:buSzPts val="2500"/>
              <a:buNone/>
              <a:defRPr/>
            </a:lvl7pPr>
            <a:lvl8pPr lvl="7" rtl="0">
              <a:spcBef>
                <a:spcPts val="0"/>
              </a:spcBef>
              <a:spcAft>
                <a:spcPts val="0"/>
              </a:spcAft>
              <a:buSzPts val="2500"/>
              <a:buNone/>
              <a:defRPr/>
            </a:lvl8pPr>
            <a:lvl9pPr lvl="8" rtl="0">
              <a:spcBef>
                <a:spcPts val="0"/>
              </a:spcBef>
              <a:spcAft>
                <a:spcPts val="0"/>
              </a:spcAft>
              <a:buSzPts val="2500"/>
              <a:buNone/>
              <a:defRPr/>
            </a:lvl9pPr>
          </a:lstStyle>
          <a:p>
            <a:endParaRPr/>
          </a:p>
        </p:txBody>
      </p:sp>
      <p:sp>
        <p:nvSpPr>
          <p:cNvPr id="153" name="Google Shape;153;p34"/>
          <p:cNvSpPr txBox="1">
            <a:spLocks noGrp="1"/>
          </p:cNvSpPr>
          <p:nvPr>
            <p:ph type="ftr" idx="11"/>
          </p:nvPr>
        </p:nvSpPr>
        <p:spPr>
          <a:xfrm>
            <a:off x="708292" y="4920311"/>
            <a:ext cx="6447300" cy="178800"/>
          </a:xfrm>
          <a:prstGeom prst="rect">
            <a:avLst/>
          </a:prstGeom>
          <a:noFill/>
          <a:ln>
            <a:noFill/>
          </a:ln>
        </p:spPr>
        <p:txBody>
          <a:bodyPr spcFirstLastPara="1" wrap="square" lIns="0" tIns="0" rIns="0" bIns="0" anchor="t" anchorCtr="0">
            <a:spAutoFit/>
          </a:bodyPr>
          <a:lstStyle>
            <a:lvl1pPr lvl="0" algn="l" rtl="0">
              <a:spcBef>
                <a:spcPts val="0"/>
              </a:spcBef>
              <a:spcAft>
                <a:spcPts val="0"/>
              </a:spcAft>
              <a:buSzPts val="1400"/>
              <a:buNone/>
              <a:defRPr sz="1100" b="0" i="0">
                <a:solidFill>
                  <a:schemeClr val="dk1"/>
                </a:solidFill>
                <a:latin typeface="Arial"/>
                <a:ea typeface="Arial"/>
                <a:cs typeface="Arial"/>
                <a:sym typeface="Arial"/>
              </a:defRPr>
            </a:lvl1pPr>
            <a:lvl2pPr lvl="1" algn="l" rtl="0">
              <a:spcBef>
                <a:spcPts val="0"/>
              </a:spcBef>
              <a:spcAft>
                <a:spcPts val="0"/>
              </a:spcAft>
              <a:buSzPts val="1400"/>
              <a:buNone/>
              <a:defRPr sz="1400"/>
            </a:lvl2pPr>
            <a:lvl3pPr lvl="2" algn="l" rtl="0">
              <a:spcBef>
                <a:spcPts val="0"/>
              </a:spcBef>
              <a:spcAft>
                <a:spcPts val="0"/>
              </a:spcAft>
              <a:buSzPts val="1400"/>
              <a:buNone/>
              <a:defRPr sz="1400"/>
            </a:lvl3pPr>
            <a:lvl4pPr lvl="3" algn="l" rtl="0">
              <a:spcBef>
                <a:spcPts val="0"/>
              </a:spcBef>
              <a:spcAft>
                <a:spcPts val="0"/>
              </a:spcAft>
              <a:buSzPts val="1400"/>
              <a:buNone/>
              <a:defRPr sz="1400"/>
            </a:lvl4pPr>
            <a:lvl5pPr lvl="4" algn="l" rtl="0">
              <a:spcBef>
                <a:spcPts val="0"/>
              </a:spcBef>
              <a:spcAft>
                <a:spcPts val="0"/>
              </a:spcAft>
              <a:buSzPts val="1400"/>
              <a:buNone/>
              <a:defRPr sz="1400"/>
            </a:lvl5pPr>
            <a:lvl6pPr lvl="5" algn="l" rtl="0">
              <a:spcBef>
                <a:spcPts val="0"/>
              </a:spcBef>
              <a:spcAft>
                <a:spcPts val="0"/>
              </a:spcAft>
              <a:buSzPts val="1400"/>
              <a:buNone/>
              <a:defRPr sz="1400"/>
            </a:lvl6pPr>
            <a:lvl7pPr lvl="6" algn="l" rtl="0">
              <a:spcBef>
                <a:spcPts val="0"/>
              </a:spcBef>
              <a:spcAft>
                <a:spcPts val="0"/>
              </a:spcAft>
              <a:buSzPts val="1400"/>
              <a:buNone/>
              <a:defRPr sz="1400"/>
            </a:lvl7pPr>
            <a:lvl8pPr lvl="7" algn="l" rtl="0">
              <a:spcBef>
                <a:spcPts val="0"/>
              </a:spcBef>
              <a:spcAft>
                <a:spcPts val="0"/>
              </a:spcAft>
              <a:buSzPts val="1400"/>
              <a:buNone/>
              <a:defRPr sz="1400"/>
            </a:lvl8pPr>
            <a:lvl9pPr lvl="8" algn="l" rtl="0">
              <a:spcBef>
                <a:spcPts val="0"/>
              </a:spcBef>
              <a:spcAft>
                <a:spcPts val="0"/>
              </a:spcAft>
              <a:buSzPts val="1400"/>
              <a:buNone/>
              <a:defRPr sz="1400"/>
            </a:lvl9pPr>
          </a:lstStyle>
          <a:p>
            <a:endParaRPr/>
          </a:p>
        </p:txBody>
      </p:sp>
      <p:sp>
        <p:nvSpPr>
          <p:cNvPr id="154" name="Google Shape;154;p34"/>
          <p:cNvSpPr txBox="1">
            <a:spLocks noGrp="1"/>
          </p:cNvSpPr>
          <p:nvPr>
            <p:ph type="dt" idx="10"/>
          </p:nvPr>
        </p:nvSpPr>
        <p:spPr>
          <a:xfrm>
            <a:off x="457452" y="4783454"/>
            <a:ext cx="2104200" cy="257100"/>
          </a:xfrm>
          <a:prstGeom prst="rect">
            <a:avLst/>
          </a:prstGeom>
          <a:noFill/>
          <a:ln>
            <a:noFill/>
          </a:ln>
        </p:spPr>
        <p:txBody>
          <a:bodyPr spcFirstLastPara="1" wrap="square" lIns="0" tIns="0" rIns="0" bIns="0" anchor="t" anchorCtr="0">
            <a:spAutoFit/>
          </a:bodyPr>
          <a:lstStyle>
            <a:lvl1pPr lvl="0" algn="l" rtl="0">
              <a:spcBef>
                <a:spcPts val="0"/>
              </a:spcBef>
              <a:spcAft>
                <a:spcPts val="0"/>
              </a:spcAft>
              <a:buSzPts val="1400"/>
              <a:buNone/>
              <a:defRPr sz="1400">
                <a:solidFill>
                  <a:srgbClr val="888888"/>
                </a:solidFill>
              </a:defRPr>
            </a:lvl1pPr>
            <a:lvl2pPr lvl="1" algn="l" rtl="0">
              <a:spcBef>
                <a:spcPts val="0"/>
              </a:spcBef>
              <a:spcAft>
                <a:spcPts val="0"/>
              </a:spcAft>
              <a:buSzPts val="1400"/>
              <a:buNone/>
              <a:defRPr sz="1400"/>
            </a:lvl2pPr>
            <a:lvl3pPr lvl="2" algn="l" rtl="0">
              <a:spcBef>
                <a:spcPts val="0"/>
              </a:spcBef>
              <a:spcAft>
                <a:spcPts val="0"/>
              </a:spcAft>
              <a:buSzPts val="1400"/>
              <a:buNone/>
              <a:defRPr sz="1400"/>
            </a:lvl3pPr>
            <a:lvl4pPr lvl="3" algn="l" rtl="0">
              <a:spcBef>
                <a:spcPts val="0"/>
              </a:spcBef>
              <a:spcAft>
                <a:spcPts val="0"/>
              </a:spcAft>
              <a:buSzPts val="1400"/>
              <a:buNone/>
              <a:defRPr sz="1400"/>
            </a:lvl4pPr>
            <a:lvl5pPr lvl="4" algn="l" rtl="0">
              <a:spcBef>
                <a:spcPts val="0"/>
              </a:spcBef>
              <a:spcAft>
                <a:spcPts val="0"/>
              </a:spcAft>
              <a:buSzPts val="1400"/>
              <a:buNone/>
              <a:defRPr sz="1400"/>
            </a:lvl5pPr>
            <a:lvl6pPr lvl="5" algn="l" rtl="0">
              <a:spcBef>
                <a:spcPts val="0"/>
              </a:spcBef>
              <a:spcAft>
                <a:spcPts val="0"/>
              </a:spcAft>
              <a:buSzPts val="1400"/>
              <a:buNone/>
              <a:defRPr sz="1400"/>
            </a:lvl6pPr>
            <a:lvl7pPr lvl="6" algn="l" rtl="0">
              <a:spcBef>
                <a:spcPts val="0"/>
              </a:spcBef>
              <a:spcAft>
                <a:spcPts val="0"/>
              </a:spcAft>
              <a:buSzPts val="1400"/>
              <a:buNone/>
              <a:defRPr sz="1400"/>
            </a:lvl7pPr>
            <a:lvl8pPr lvl="7" algn="l" rtl="0">
              <a:spcBef>
                <a:spcPts val="0"/>
              </a:spcBef>
              <a:spcAft>
                <a:spcPts val="0"/>
              </a:spcAft>
              <a:buSzPts val="1400"/>
              <a:buNone/>
              <a:defRPr sz="1400"/>
            </a:lvl8pPr>
            <a:lvl9pPr lvl="8" algn="l" rtl="0">
              <a:spcBef>
                <a:spcPts val="0"/>
              </a:spcBef>
              <a:spcAft>
                <a:spcPts val="0"/>
              </a:spcAft>
              <a:buSzPts val="1400"/>
              <a:buNone/>
              <a:defRPr sz="1400"/>
            </a:lvl9pPr>
          </a:lstStyle>
          <a:p>
            <a:endParaRPr/>
          </a:p>
        </p:txBody>
      </p:sp>
      <p:sp>
        <p:nvSpPr>
          <p:cNvPr id="155" name="Google Shape;155;p34"/>
          <p:cNvSpPr txBox="1">
            <a:spLocks noGrp="1"/>
          </p:cNvSpPr>
          <p:nvPr>
            <p:ph type="sldNum" idx="12"/>
          </p:nvPr>
        </p:nvSpPr>
        <p:spPr>
          <a:xfrm>
            <a:off x="7529030" y="4838548"/>
            <a:ext cx="188400" cy="169200"/>
          </a:xfrm>
          <a:prstGeom prst="rect">
            <a:avLst/>
          </a:prstGeom>
          <a:noFill/>
          <a:ln>
            <a:noFill/>
          </a:ln>
        </p:spPr>
        <p:txBody>
          <a:bodyPr spcFirstLastPara="1" wrap="square" lIns="0" tIns="0" rIns="0" bIns="0" anchor="t" anchorCtr="0">
            <a:spAutoFit/>
          </a:bodyPr>
          <a:lstStyle>
            <a:lvl1pPr marL="25400" marR="0" lvl="0" indent="0" algn="l" rtl="0">
              <a:lnSpc>
                <a:spcPct val="100000"/>
              </a:lnSpc>
              <a:spcBef>
                <a:spcPts val="0"/>
              </a:spcBef>
              <a:buNone/>
              <a:defRPr sz="1100" b="0" i="0">
                <a:solidFill>
                  <a:srgbClr val="585858"/>
                </a:solidFill>
                <a:latin typeface="Arial"/>
                <a:ea typeface="Arial"/>
                <a:cs typeface="Arial"/>
                <a:sym typeface="Arial"/>
              </a:defRPr>
            </a:lvl1pPr>
            <a:lvl2pPr marL="25400" marR="0" lvl="1" indent="0" algn="l" rtl="0">
              <a:lnSpc>
                <a:spcPct val="100000"/>
              </a:lnSpc>
              <a:spcBef>
                <a:spcPts val="0"/>
              </a:spcBef>
              <a:buNone/>
              <a:defRPr sz="1100" b="0" i="0">
                <a:solidFill>
                  <a:srgbClr val="585858"/>
                </a:solidFill>
                <a:latin typeface="Arial"/>
                <a:ea typeface="Arial"/>
                <a:cs typeface="Arial"/>
                <a:sym typeface="Arial"/>
              </a:defRPr>
            </a:lvl2pPr>
            <a:lvl3pPr marL="25400" marR="0" lvl="2" indent="0" algn="l" rtl="0">
              <a:lnSpc>
                <a:spcPct val="100000"/>
              </a:lnSpc>
              <a:spcBef>
                <a:spcPts val="0"/>
              </a:spcBef>
              <a:buNone/>
              <a:defRPr sz="1100" b="0" i="0">
                <a:solidFill>
                  <a:srgbClr val="585858"/>
                </a:solidFill>
                <a:latin typeface="Arial"/>
                <a:ea typeface="Arial"/>
                <a:cs typeface="Arial"/>
                <a:sym typeface="Arial"/>
              </a:defRPr>
            </a:lvl3pPr>
            <a:lvl4pPr marL="25400" marR="0" lvl="3" indent="0" algn="l" rtl="0">
              <a:lnSpc>
                <a:spcPct val="100000"/>
              </a:lnSpc>
              <a:spcBef>
                <a:spcPts val="0"/>
              </a:spcBef>
              <a:buNone/>
              <a:defRPr sz="1100" b="0" i="0">
                <a:solidFill>
                  <a:srgbClr val="585858"/>
                </a:solidFill>
                <a:latin typeface="Arial"/>
                <a:ea typeface="Arial"/>
                <a:cs typeface="Arial"/>
                <a:sym typeface="Arial"/>
              </a:defRPr>
            </a:lvl4pPr>
            <a:lvl5pPr marL="25400" marR="0" lvl="4" indent="0" algn="l" rtl="0">
              <a:lnSpc>
                <a:spcPct val="100000"/>
              </a:lnSpc>
              <a:spcBef>
                <a:spcPts val="0"/>
              </a:spcBef>
              <a:buNone/>
              <a:defRPr sz="1100" b="0" i="0">
                <a:solidFill>
                  <a:srgbClr val="585858"/>
                </a:solidFill>
                <a:latin typeface="Arial"/>
                <a:ea typeface="Arial"/>
                <a:cs typeface="Arial"/>
                <a:sym typeface="Arial"/>
              </a:defRPr>
            </a:lvl5pPr>
            <a:lvl6pPr marL="25400" marR="0" lvl="5" indent="0" algn="l" rtl="0">
              <a:lnSpc>
                <a:spcPct val="100000"/>
              </a:lnSpc>
              <a:spcBef>
                <a:spcPts val="0"/>
              </a:spcBef>
              <a:buNone/>
              <a:defRPr sz="1100" b="0" i="0">
                <a:solidFill>
                  <a:srgbClr val="585858"/>
                </a:solidFill>
                <a:latin typeface="Arial"/>
                <a:ea typeface="Arial"/>
                <a:cs typeface="Arial"/>
                <a:sym typeface="Arial"/>
              </a:defRPr>
            </a:lvl6pPr>
            <a:lvl7pPr marL="25400" marR="0" lvl="6" indent="0" algn="l" rtl="0">
              <a:lnSpc>
                <a:spcPct val="100000"/>
              </a:lnSpc>
              <a:spcBef>
                <a:spcPts val="0"/>
              </a:spcBef>
              <a:buNone/>
              <a:defRPr sz="1100" b="0" i="0">
                <a:solidFill>
                  <a:srgbClr val="585858"/>
                </a:solidFill>
                <a:latin typeface="Arial"/>
                <a:ea typeface="Arial"/>
                <a:cs typeface="Arial"/>
                <a:sym typeface="Arial"/>
              </a:defRPr>
            </a:lvl7pPr>
            <a:lvl8pPr marL="25400" marR="0" lvl="7" indent="0" algn="l" rtl="0">
              <a:lnSpc>
                <a:spcPct val="100000"/>
              </a:lnSpc>
              <a:spcBef>
                <a:spcPts val="0"/>
              </a:spcBef>
              <a:buNone/>
              <a:defRPr sz="1100" b="0" i="0">
                <a:solidFill>
                  <a:srgbClr val="585858"/>
                </a:solidFill>
                <a:latin typeface="Arial"/>
                <a:ea typeface="Arial"/>
                <a:cs typeface="Arial"/>
                <a:sym typeface="Arial"/>
              </a:defRPr>
            </a:lvl8pPr>
            <a:lvl9pPr marL="25400" marR="0" lvl="8" indent="0" algn="l" rtl="0">
              <a:lnSpc>
                <a:spcPct val="100000"/>
              </a:lnSpc>
              <a:spcBef>
                <a:spcPts val="0"/>
              </a:spcBef>
              <a:buNone/>
              <a:defRPr sz="1100" b="0" i="0">
                <a:solidFill>
                  <a:srgbClr val="585858"/>
                </a:solidFill>
                <a:latin typeface="Arial"/>
                <a:ea typeface="Arial"/>
                <a:cs typeface="Arial"/>
                <a:sym typeface="Arial"/>
              </a:defRPr>
            </a:lvl9pPr>
          </a:lstStyle>
          <a:p>
            <a:pPr marL="25400" lvl="0" indent="0" algn="l" rtl="0">
              <a:spcBef>
                <a:spcPts val="0"/>
              </a:spcBef>
              <a:spcAft>
                <a:spcPts val="0"/>
              </a:spcAft>
              <a:buNone/>
            </a:pPr>
            <a:fld id="{00000000-1234-1234-1234-123412341234}" type="slidenum">
              <a:rPr lang="en"/>
              <a:t>‹#›</a:t>
            </a:fld>
            <a:endParaRPr sz="800" b="1">
              <a:solidFill>
                <a:srgbClr val="434343"/>
              </a:solidFill>
              <a:latin typeface="Nunito"/>
              <a:ea typeface="Nunito"/>
              <a:cs typeface="Nunito"/>
              <a:sym typeface="Nunito"/>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Blank Slide ">
  <p:cSld name="TITLE_AND_BODY_1">
    <p:spTree>
      <p:nvGrpSpPr>
        <p:cNvPr id="1" name="Shape 156"/>
        <p:cNvGrpSpPr/>
        <p:nvPr/>
      </p:nvGrpSpPr>
      <p:grpSpPr>
        <a:xfrm>
          <a:off x="0" y="0"/>
          <a:ext cx="0" cy="0"/>
          <a:chOff x="0" y="0"/>
          <a:chExt cx="0" cy="0"/>
        </a:xfrm>
      </p:grpSpPr>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Blank 2 1">
  <p:cSld name="Blank 2">
    <p:spTree>
      <p:nvGrpSpPr>
        <p:cNvPr id="1" name="Shape 157"/>
        <p:cNvGrpSpPr/>
        <p:nvPr/>
      </p:nvGrpSpPr>
      <p:grpSpPr>
        <a:xfrm>
          <a:off x="0" y="0"/>
          <a:ext cx="0" cy="0"/>
          <a:chOff x="0" y="0"/>
          <a:chExt cx="0" cy="0"/>
        </a:xfrm>
      </p:grpSpPr>
      <p:sp>
        <p:nvSpPr>
          <p:cNvPr id="158" name="Google Shape;158;p36"/>
          <p:cNvSpPr/>
          <p:nvPr/>
        </p:nvSpPr>
        <p:spPr>
          <a:xfrm>
            <a:off x="0" y="0"/>
            <a:ext cx="9144000" cy="5143500"/>
          </a:xfrm>
          <a:prstGeom prst="rect">
            <a:avLst/>
          </a:prstGeom>
          <a:solidFill>
            <a:schemeClr val="lt1"/>
          </a:solidFill>
          <a:ln w="12700" cap="flat" cmpd="sng">
            <a:solidFill>
              <a:schemeClr val="lt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entury Gothic"/>
              <a:ea typeface="Century Gothic"/>
              <a:cs typeface="Century Gothic"/>
              <a:sym typeface="Century Gothic"/>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68"/>
        <p:cNvGrpSpPr/>
        <p:nvPr/>
      </p:nvGrpSpPr>
      <p:grpSpPr>
        <a:xfrm>
          <a:off x="0" y="0"/>
          <a:ext cx="0" cy="0"/>
          <a:chOff x="0" y="0"/>
          <a:chExt cx="0" cy="0"/>
        </a:xfrm>
      </p:grpSpPr>
      <p:sp>
        <p:nvSpPr>
          <p:cNvPr id="169" name="Google Shape;169;p38"/>
          <p:cNvSpPr txBox="1">
            <a:spLocks noGrp="1"/>
          </p:cNvSpPr>
          <p:nvPr>
            <p:ph type="ctrTitle"/>
          </p:nvPr>
        </p:nvSpPr>
        <p:spPr>
          <a:xfrm>
            <a:off x="1260908" y="717750"/>
            <a:ext cx="6622200" cy="2052600"/>
          </a:xfrm>
          <a:prstGeom prst="rect">
            <a:avLst/>
          </a:prstGeom>
        </p:spPr>
        <p:txBody>
          <a:bodyPr spcFirstLastPara="1" wrap="square" lIns="91425" tIns="91425" rIns="91425" bIns="91425" anchor="b" anchorCtr="0">
            <a:noAutofit/>
          </a:bodyPr>
          <a:lstStyle>
            <a:lvl1pPr lvl="0" rtl="0">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1pPr>
            <a:lvl2pPr lvl="1" rtl="0">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2pPr>
            <a:lvl3pPr lvl="2" rtl="0">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3pPr>
            <a:lvl4pPr lvl="3" rtl="0">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4pPr>
            <a:lvl5pPr lvl="4" rtl="0">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5pPr>
            <a:lvl6pPr lvl="5" rtl="0">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6pPr>
            <a:lvl7pPr lvl="6" rtl="0">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7pPr>
            <a:lvl8pPr lvl="7" rtl="0">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8pPr>
            <a:lvl9pPr lvl="8" rtl="0">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9pPr>
          </a:lstStyle>
          <a:p>
            <a:endParaRPr/>
          </a:p>
        </p:txBody>
      </p:sp>
      <p:sp>
        <p:nvSpPr>
          <p:cNvPr id="170" name="Google Shape;170;p38"/>
          <p:cNvSpPr txBox="1">
            <a:spLocks noGrp="1"/>
          </p:cNvSpPr>
          <p:nvPr>
            <p:ph type="subTitle" idx="1"/>
          </p:nvPr>
        </p:nvSpPr>
        <p:spPr>
          <a:xfrm>
            <a:off x="1260902" y="2770350"/>
            <a:ext cx="6622200" cy="792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1pPr>
            <a:lvl2pPr lvl="1" rtl="0">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2pPr>
            <a:lvl3pPr lvl="2" rtl="0">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3pPr>
            <a:lvl4pPr lvl="3" rtl="0">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4pPr>
            <a:lvl5pPr lvl="4" rtl="0">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5pPr>
            <a:lvl6pPr lvl="5" rtl="0">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6pPr>
            <a:lvl7pPr lvl="6" rtl="0">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7pPr>
            <a:lvl8pPr lvl="7" rtl="0">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8pPr>
            <a:lvl9pPr lvl="8" rtl="0">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9p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1"/>
        <p:cNvGrpSpPr/>
        <p:nvPr/>
      </p:nvGrpSpPr>
      <p:grpSpPr>
        <a:xfrm>
          <a:off x="0" y="0"/>
          <a:ext cx="0" cy="0"/>
          <a:chOff x="0" y="0"/>
          <a:chExt cx="0" cy="0"/>
        </a:xfrm>
      </p:grpSpPr>
      <p:sp>
        <p:nvSpPr>
          <p:cNvPr id="172" name="Google Shape;172;p39"/>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0E39A9"/>
              </a:buClr>
              <a:buSzPts val="3600"/>
              <a:buNone/>
              <a:defRPr sz="3600">
                <a:solidFill>
                  <a:srgbClr val="0E39A9"/>
                </a:solidFill>
              </a:defRPr>
            </a:lvl1pPr>
            <a:lvl2pPr lvl="1" rtl="0">
              <a:spcBef>
                <a:spcPts val="0"/>
              </a:spcBef>
              <a:spcAft>
                <a:spcPts val="0"/>
              </a:spcAft>
              <a:buClr>
                <a:srgbClr val="0E39A9"/>
              </a:buClr>
              <a:buSzPts val="3600"/>
              <a:buNone/>
              <a:defRPr sz="3600">
                <a:solidFill>
                  <a:srgbClr val="0E39A9"/>
                </a:solidFill>
              </a:defRPr>
            </a:lvl2pPr>
            <a:lvl3pPr lvl="2" rtl="0">
              <a:spcBef>
                <a:spcPts val="0"/>
              </a:spcBef>
              <a:spcAft>
                <a:spcPts val="0"/>
              </a:spcAft>
              <a:buClr>
                <a:srgbClr val="0E39A9"/>
              </a:buClr>
              <a:buSzPts val="3600"/>
              <a:buNone/>
              <a:defRPr sz="3600">
                <a:solidFill>
                  <a:srgbClr val="0E39A9"/>
                </a:solidFill>
              </a:defRPr>
            </a:lvl3pPr>
            <a:lvl4pPr lvl="3" rtl="0">
              <a:spcBef>
                <a:spcPts val="0"/>
              </a:spcBef>
              <a:spcAft>
                <a:spcPts val="0"/>
              </a:spcAft>
              <a:buClr>
                <a:srgbClr val="0E39A9"/>
              </a:buClr>
              <a:buSzPts val="3600"/>
              <a:buNone/>
              <a:defRPr sz="3600">
                <a:solidFill>
                  <a:srgbClr val="0E39A9"/>
                </a:solidFill>
              </a:defRPr>
            </a:lvl4pPr>
            <a:lvl5pPr lvl="4" rtl="0">
              <a:spcBef>
                <a:spcPts val="0"/>
              </a:spcBef>
              <a:spcAft>
                <a:spcPts val="0"/>
              </a:spcAft>
              <a:buClr>
                <a:srgbClr val="0E39A9"/>
              </a:buClr>
              <a:buSzPts val="3600"/>
              <a:buNone/>
              <a:defRPr sz="3600">
                <a:solidFill>
                  <a:srgbClr val="0E39A9"/>
                </a:solidFill>
              </a:defRPr>
            </a:lvl5pPr>
            <a:lvl6pPr lvl="5" rtl="0">
              <a:spcBef>
                <a:spcPts val="0"/>
              </a:spcBef>
              <a:spcAft>
                <a:spcPts val="0"/>
              </a:spcAft>
              <a:buClr>
                <a:srgbClr val="0E39A9"/>
              </a:buClr>
              <a:buSzPts val="3600"/>
              <a:buNone/>
              <a:defRPr sz="3600">
                <a:solidFill>
                  <a:srgbClr val="0E39A9"/>
                </a:solidFill>
              </a:defRPr>
            </a:lvl6pPr>
            <a:lvl7pPr lvl="6" rtl="0">
              <a:spcBef>
                <a:spcPts val="0"/>
              </a:spcBef>
              <a:spcAft>
                <a:spcPts val="0"/>
              </a:spcAft>
              <a:buClr>
                <a:srgbClr val="0E39A9"/>
              </a:buClr>
              <a:buSzPts val="3600"/>
              <a:buNone/>
              <a:defRPr sz="3600">
                <a:solidFill>
                  <a:srgbClr val="0E39A9"/>
                </a:solidFill>
              </a:defRPr>
            </a:lvl7pPr>
            <a:lvl8pPr lvl="7" rtl="0">
              <a:spcBef>
                <a:spcPts val="0"/>
              </a:spcBef>
              <a:spcAft>
                <a:spcPts val="0"/>
              </a:spcAft>
              <a:buClr>
                <a:srgbClr val="0E39A9"/>
              </a:buClr>
              <a:buSzPts val="3600"/>
              <a:buNone/>
              <a:defRPr sz="3600">
                <a:solidFill>
                  <a:srgbClr val="0E39A9"/>
                </a:solidFill>
              </a:defRPr>
            </a:lvl8pPr>
            <a:lvl9pPr lvl="8" rtl="0">
              <a:spcBef>
                <a:spcPts val="0"/>
              </a:spcBef>
              <a:spcAft>
                <a:spcPts val="0"/>
              </a:spcAft>
              <a:buClr>
                <a:srgbClr val="0E39A9"/>
              </a:buClr>
              <a:buSzPts val="3600"/>
              <a:buNone/>
              <a:defRPr sz="3600">
                <a:solidFill>
                  <a:srgbClr val="0E39A9"/>
                </a:solidFill>
              </a:defRPr>
            </a:lvl9pPr>
          </a:lstStyle>
          <a:p>
            <a:endParaRPr/>
          </a:p>
        </p:txBody>
      </p:sp>
      <p:sp>
        <p:nvSpPr>
          <p:cNvPr id="173" name="Google Shape;173;p39"/>
          <p:cNvSpPr txBox="1">
            <a:spLocks noGrp="1"/>
          </p:cNvSpPr>
          <p:nvPr>
            <p:ph type="sldNum" idx="12"/>
          </p:nvPr>
        </p:nvSpPr>
        <p:spPr>
          <a:xfrm>
            <a:off x="8832299" y="4946907"/>
            <a:ext cx="365400" cy="217200"/>
          </a:xfrm>
          <a:prstGeom prst="rect">
            <a:avLst/>
          </a:prstGeom>
        </p:spPr>
        <p:txBody>
          <a:bodyPr spcFirstLastPara="1" wrap="square" lIns="91425" tIns="91425" rIns="91425" bIns="91425" anchor="ctr" anchorCtr="0">
            <a:noAutofit/>
          </a:bodyPr>
          <a:lstStyle>
            <a:lvl1pPr lvl="0" rtl="0">
              <a:buNone/>
              <a:defRPr sz="800" b="1">
                <a:solidFill>
                  <a:srgbClr val="434343"/>
                </a:solidFill>
                <a:latin typeface="Nunito"/>
                <a:ea typeface="Nunito"/>
                <a:cs typeface="Nunito"/>
                <a:sym typeface="Nunito"/>
              </a:defRPr>
            </a:lvl1pPr>
            <a:lvl2pPr lvl="1" rtl="0">
              <a:buNone/>
              <a:defRPr sz="800" b="1">
                <a:solidFill>
                  <a:srgbClr val="434343"/>
                </a:solidFill>
                <a:latin typeface="Nunito"/>
                <a:ea typeface="Nunito"/>
                <a:cs typeface="Nunito"/>
                <a:sym typeface="Nunito"/>
              </a:defRPr>
            </a:lvl2pPr>
            <a:lvl3pPr lvl="2" rtl="0">
              <a:buNone/>
              <a:defRPr sz="800" b="1">
                <a:solidFill>
                  <a:srgbClr val="434343"/>
                </a:solidFill>
                <a:latin typeface="Nunito"/>
                <a:ea typeface="Nunito"/>
                <a:cs typeface="Nunito"/>
                <a:sym typeface="Nunito"/>
              </a:defRPr>
            </a:lvl3pPr>
            <a:lvl4pPr lvl="3" rtl="0">
              <a:buNone/>
              <a:defRPr sz="800" b="1">
                <a:solidFill>
                  <a:srgbClr val="434343"/>
                </a:solidFill>
                <a:latin typeface="Nunito"/>
                <a:ea typeface="Nunito"/>
                <a:cs typeface="Nunito"/>
                <a:sym typeface="Nunito"/>
              </a:defRPr>
            </a:lvl4pPr>
            <a:lvl5pPr lvl="4" rtl="0">
              <a:buNone/>
              <a:defRPr sz="800" b="1">
                <a:solidFill>
                  <a:srgbClr val="434343"/>
                </a:solidFill>
                <a:latin typeface="Nunito"/>
                <a:ea typeface="Nunito"/>
                <a:cs typeface="Nunito"/>
                <a:sym typeface="Nunito"/>
              </a:defRPr>
            </a:lvl5pPr>
            <a:lvl6pPr lvl="5" rtl="0">
              <a:buNone/>
              <a:defRPr sz="800" b="1">
                <a:solidFill>
                  <a:srgbClr val="434343"/>
                </a:solidFill>
                <a:latin typeface="Nunito"/>
                <a:ea typeface="Nunito"/>
                <a:cs typeface="Nunito"/>
                <a:sym typeface="Nunito"/>
              </a:defRPr>
            </a:lvl6pPr>
            <a:lvl7pPr lvl="6" rtl="0">
              <a:buNone/>
              <a:defRPr sz="800" b="1">
                <a:solidFill>
                  <a:srgbClr val="434343"/>
                </a:solidFill>
                <a:latin typeface="Nunito"/>
                <a:ea typeface="Nunito"/>
                <a:cs typeface="Nunito"/>
                <a:sym typeface="Nunito"/>
              </a:defRPr>
            </a:lvl7pPr>
            <a:lvl8pPr lvl="7" rtl="0">
              <a:buNone/>
              <a:defRPr sz="800" b="1">
                <a:solidFill>
                  <a:srgbClr val="434343"/>
                </a:solidFill>
                <a:latin typeface="Nunito"/>
                <a:ea typeface="Nunito"/>
                <a:cs typeface="Nunito"/>
                <a:sym typeface="Nunito"/>
              </a:defRPr>
            </a:lvl8pPr>
            <a:lvl9pPr lvl="8" rtl="0">
              <a:buNone/>
              <a:defRPr sz="800" b="1">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74"/>
        <p:cNvGrpSpPr/>
        <p:nvPr/>
      </p:nvGrpSpPr>
      <p:grpSpPr>
        <a:xfrm>
          <a:off x="0" y="0"/>
          <a:ext cx="0" cy="0"/>
          <a:chOff x="0" y="0"/>
          <a:chExt cx="0" cy="0"/>
        </a:xfrm>
      </p:grpSpPr>
      <p:sp>
        <p:nvSpPr>
          <p:cNvPr id="175" name="Google Shape;175;p40"/>
          <p:cNvSpPr txBox="1">
            <a:spLocks noGrp="1"/>
          </p:cNvSpPr>
          <p:nvPr>
            <p:ph type="title"/>
          </p:nvPr>
        </p:nvSpPr>
        <p:spPr>
          <a:xfrm>
            <a:off x="202550" y="289279"/>
            <a:ext cx="8520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200"/>
              <a:buNone/>
              <a:defRPr/>
            </a:lvl1pPr>
            <a:lvl2pPr lvl="1" rtl="0">
              <a:spcBef>
                <a:spcPts val="0"/>
              </a:spcBef>
              <a:spcAft>
                <a:spcPts val="0"/>
              </a:spcAft>
              <a:buSzPts val="2500"/>
              <a:buNone/>
              <a:defRPr/>
            </a:lvl2pPr>
            <a:lvl3pPr lvl="2" rtl="0">
              <a:spcBef>
                <a:spcPts val="0"/>
              </a:spcBef>
              <a:spcAft>
                <a:spcPts val="0"/>
              </a:spcAft>
              <a:buSzPts val="2500"/>
              <a:buNone/>
              <a:defRPr/>
            </a:lvl3pPr>
            <a:lvl4pPr lvl="3" rtl="0">
              <a:spcBef>
                <a:spcPts val="0"/>
              </a:spcBef>
              <a:spcAft>
                <a:spcPts val="0"/>
              </a:spcAft>
              <a:buSzPts val="2500"/>
              <a:buNone/>
              <a:defRPr/>
            </a:lvl4pPr>
            <a:lvl5pPr lvl="4" rtl="0">
              <a:spcBef>
                <a:spcPts val="0"/>
              </a:spcBef>
              <a:spcAft>
                <a:spcPts val="0"/>
              </a:spcAft>
              <a:buSzPts val="2500"/>
              <a:buNone/>
              <a:defRPr/>
            </a:lvl5pPr>
            <a:lvl6pPr lvl="5" rtl="0">
              <a:spcBef>
                <a:spcPts val="0"/>
              </a:spcBef>
              <a:spcAft>
                <a:spcPts val="0"/>
              </a:spcAft>
              <a:buSzPts val="2500"/>
              <a:buNone/>
              <a:defRPr/>
            </a:lvl6pPr>
            <a:lvl7pPr lvl="6" rtl="0">
              <a:spcBef>
                <a:spcPts val="0"/>
              </a:spcBef>
              <a:spcAft>
                <a:spcPts val="0"/>
              </a:spcAft>
              <a:buSzPts val="2500"/>
              <a:buNone/>
              <a:defRPr/>
            </a:lvl7pPr>
            <a:lvl8pPr lvl="7" rtl="0">
              <a:spcBef>
                <a:spcPts val="0"/>
              </a:spcBef>
              <a:spcAft>
                <a:spcPts val="0"/>
              </a:spcAft>
              <a:buSzPts val="2500"/>
              <a:buNone/>
              <a:defRPr/>
            </a:lvl8pPr>
            <a:lvl9pPr lvl="8" rtl="0">
              <a:spcBef>
                <a:spcPts val="0"/>
              </a:spcBef>
              <a:spcAft>
                <a:spcPts val="0"/>
              </a:spcAft>
              <a:buSzPts val="2500"/>
              <a:buNone/>
              <a:defRPr/>
            </a:lvl9pPr>
          </a:lstStyle>
          <a:p>
            <a:endParaRPr/>
          </a:p>
        </p:txBody>
      </p:sp>
      <p:sp>
        <p:nvSpPr>
          <p:cNvPr id="176" name="Google Shape;176;p40"/>
          <p:cNvSpPr txBox="1">
            <a:spLocks noGrp="1"/>
          </p:cNvSpPr>
          <p:nvPr>
            <p:ph type="body" idx="1"/>
          </p:nvPr>
        </p:nvSpPr>
        <p:spPr>
          <a:xfrm>
            <a:off x="202550" y="861975"/>
            <a:ext cx="8629800" cy="3706800"/>
          </a:xfrm>
          <a:prstGeom prst="rect">
            <a:avLst/>
          </a:prstGeom>
        </p:spPr>
        <p:txBody>
          <a:bodyPr spcFirstLastPara="1" wrap="square" lIns="91425" tIns="91425" rIns="91425" bIns="91425" anchor="t" anchorCtr="0">
            <a:noAutofit/>
          </a:bodyPr>
          <a:lstStyle>
            <a:lvl1pPr marL="457200" lvl="0" indent="-323850" rtl="0">
              <a:spcBef>
                <a:spcPts val="0"/>
              </a:spcBef>
              <a:spcAft>
                <a:spcPts val="0"/>
              </a:spcAft>
              <a:buSzPts val="1500"/>
              <a:buFont typeface="Nunito"/>
              <a:buChar char="●"/>
              <a:defRPr>
                <a:latin typeface="Nunito"/>
                <a:ea typeface="Nunito"/>
                <a:cs typeface="Nunito"/>
                <a:sym typeface="Nunito"/>
              </a:defRPr>
            </a:lvl1pPr>
            <a:lvl2pPr marL="914400" lvl="1" indent="-311150" rtl="0">
              <a:spcBef>
                <a:spcPts val="1600"/>
              </a:spcBef>
              <a:spcAft>
                <a:spcPts val="0"/>
              </a:spcAft>
              <a:buSzPts val="1300"/>
              <a:buFont typeface="Nunito"/>
              <a:buChar char="○"/>
              <a:defRPr>
                <a:latin typeface="Nunito"/>
                <a:ea typeface="Nunito"/>
                <a:cs typeface="Nunito"/>
                <a:sym typeface="Nunito"/>
              </a:defRPr>
            </a:lvl2pPr>
            <a:lvl3pPr marL="1371600" lvl="2" indent="-304800" rtl="0">
              <a:spcBef>
                <a:spcPts val="1600"/>
              </a:spcBef>
              <a:spcAft>
                <a:spcPts val="0"/>
              </a:spcAft>
              <a:buSzPts val="1200"/>
              <a:buFont typeface="Nunito"/>
              <a:buChar char="■"/>
              <a:defRPr>
                <a:latin typeface="Nunito"/>
                <a:ea typeface="Nunito"/>
                <a:cs typeface="Nunito"/>
                <a:sym typeface="Nunito"/>
              </a:defRPr>
            </a:lvl3pPr>
            <a:lvl4pPr marL="1828800" lvl="3" indent="-298450" rtl="0">
              <a:spcBef>
                <a:spcPts val="1600"/>
              </a:spcBef>
              <a:spcAft>
                <a:spcPts val="0"/>
              </a:spcAft>
              <a:buSzPts val="1100"/>
              <a:buFont typeface="Nunito"/>
              <a:buChar char="●"/>
              <a:defRPr>
                <a:latin typeface="Nunito"/>
                <a:ea typeface="Nunito"/>
                <a:cs typeface="Nunito"/>
                <a:sym typeface="Nunito"/>
              </a:defRPr>
            </a:lvl4pPr>
            <a:lvl5pPr marL="2286000" lvl="4" indent="-292100" rtl="0">
              <a:spcBef>
                <a:spcPts val="1600"/>
              </a:spcBef>
              <a:spcAft>
                <a:spcPts val="0"/>
              </a:spcAft>
              <a:buSzPts val="1000"/>
              <a:buFont typeface="Nunito"/>
              <a:buChar char="○"/>
              <a:defRPr>
                <a:latin typeface="Nunito"/>
                <a:ea typeface="Nunito"/>
                <a:cs typeface="Nunito"/>
                <a:sym typeface="Nunito"/>
              </a:defRPr>
            </a:lvl5pPr>
            <a:lvl6pPr marL="2743200" lvl="5" indent="-285750" rtl="0">
              <a:spcBef>
                <a:spcPts val="1600"/>
              </a:spcBef>
              <a:spcAft>
                <a:spcPts val="0"/>
              </a:spcAft>
              <a:buSzPts val="900"/>
              <a:buFont typeface="Nunito"/>
              <a:buChar char="■"/>
              <a:defRPr>
                <a:latin typeface="Nunito"/>
                <a:ea typeface="Nunito"/>
                <a:cs typeface="Nunito"/>
                <a:sym typeface="Nunito"/>
              </a:defRPr>
            </a:lvl6pPr>
            <a:lvl7pPr marL="3200400" lvl="6" indent="-279400" rtl="0">
              <a:spcBef>
                <a:spcPts val="1600"/>
              </a:spcBef>
              <a:spcAft>
                <a:spcPts val="0"/>
              </a:spcAft>
              <a:buSzPts val="800"/>
              <a:buFont typeface="Nunito"/>
              <a:buChar char="●"/>
              <a:defRPr>
                <a:latin typeface="Nunito"/>
                <a:ea typeface="Nunito"/>
                <a:cs typeface="Nunito"/>
                <a:sym typeface="Nunito"/>
              </a:defRPr>
            </a:lvl7pPr>
            <a:lvl8pPr marL="3657600" lvl="7" indent="-273050" rtl="0">
              <a:spcBef>
                <a:spcPts val="1600"/>
              </a:spcBef>
              <a:spcAft>
                <a:spcPts val="0"/>
              </a:spcAft>
              <a:buSzPts val="700"/>
              <a:buFont typeface="Nunito"/>
              <a:buChar char="○"/>
              <a:defRPr>
                <a:latin typeface="Nunito"/>
                <a:ea typeface="Nunito"/>
                <a:cs typeface="Nunito"/>
                <a:sym typeface="Nunito"/>
              </a:defRPr>
            </a:lvl8pPr>
            <a:lvl9pPr marL="4114800" lvl="8" indent="-266700" rtl="0">
              <a:spcBef>
                <a:spcPts val="1600"/>
              </a:spcBef>
              <a:spcAft>
                <a:spcPts val="1600"/>
              </a:spcAft>
              <a:buSzPts val="600"/>
              <a:buFont typeface="Nunito"/>
              <a:buChar char="■"/>
              <a:defRPr>
                <a:latin typeface="Nunito"/>
                <a:ea typeface="Nunito"/>
                <a:cs typeface="Nunito"/>
                <a:sym typeface="Nunito"/>
              </a:defRPr>
            </a:lvl9pPr>
          </a:lstStyle>
          <a:p>
            <a:endParaRPr/>
          </a:p>
        </p:txBody>
      </p:sp>
      <p:sp>
        <p:nvSpPr>
          <p:cNvPr id="177" name="Google Shape;177;p40"/>
          <p:cNvSpPr txBox="1">
            <a:spLocks noGrp="1"/>
          </p:cNvSpPr>
          <p:nvPr>
            <p:ph type="sldNum" idx="12"/>
          </p:nvPr>
        </p:nvSpPr>
        <p:spPr>
          <a:xfrm>
            <a:off x="8832299" y="4946907"/>
            <a:ext cx="365400" cy="217200"/>
          </a:xfrm>
          <a:prstGeom prst="rect">
            <a:avLst/>
          </a:prstGeom>
        </p:spPr>
        <p:txBody>
          <a:bodyPr spcFirstLastPara="1" wrap="square" lIns="91425" tIns="91425" rIns="91425" bIns="91425" anchor="ctr" anchorCtr="0">
            <a:noAutofit/>
          </a:bodyPr>
          <a:lstStyle>
            <a:lvl1pPr lvl="0" rtl="0">
              <a:buNone/>
              <a:defRPr sz="800" b="1">
                <a:solidFill>
                  <a:srgbClr val="434343"/>
                </a:solidFill>
                <a:latin typeface="Nunito"/>
                <a:ea typeface="Nunito"/>
                <a:cs typeface="Nunito"/>
                <a:sym typeface="Nunito"/>
              </a:defRPr>
            </a:lvl1pPr>
            <a:lvl2pPr lvl="1" rtl="0">
              <a:buNone/>
              <a:defRPr sz="800" b="1">
                <a:solidFill>
                  <a:srgbClr val="434343"/>
                </a:solidFill>
                <a:latin typeface="Nunito"/>
                <a:ea typeface="Nunito"/>
                <a:cs typeface="Nunito"/>
                <a:sym typeface="Nunito"/>
              </a:defRPr>
            </a:lvl2pPr>
            <a:lvl3pPr lvl="2" rtl="0">
              <a:buNone/>
              <a:defRPr sz="800" b="1">
                <a:solidFill>
                  <a:srgbClr val="434343"/>
                </a:solidFill>
                <a:latin typeface="Nunito"/>
                <a:ea typeface="Nunito"/>
                <a:cs typeface="Nunito"/>
                <a:sym typeface="Nunito"/>
              </a:defRPr>
            </a:lvl3pPr>
            <a:lvl4pPr lvl="3" rtl="0">
              <a:buNone/>
              <a:defRPr sz="800" b="1">
                <a:solidFill>
                  <a:srgbClr val="434343"/>
                </a:solidFill>
                <a:latin typeface="Nunito"/>
                <a:ea typeface="Nunito"/>
                <a:cs typeface="Nunito"/>
                <a:sym typeface="Nunito"/>
              </a:defRPr>
            </a:lvl4pPr>
            <a:lvl5pPr lvl="4" rtl="0">
              <a:buNone/>
              <a:defRPr sz="800" b="1">
                <a:solidFill>
                  <a:srgbClr val="434343"/>
                </a:solidFill>
                <a:latin typeface="Nunito"/>
                <a:ea typeface="Nunito"/>
                <a:cs typeface="Nunito"/>
                <a:sym typeface="Nunito"/>
              </a:defRPr>
            </a:lvl5pPr>
            <a:lvl6pPr lvl="5" rtl="0">
              <a:buNone/>
              <a:defRPr sz="800" b="1">
                <a:solidFill>
                  <a:srgbClr val="434343"/>
                </a:solidFill>
                <a:latin typeface="Nunito"/>
                <a:ea typeface="Nunito"/>
                <a:cs typeface="Nunito"/>
                <a:sym typeface="Nunito"/>
              </a:defRPr>
            </a:lvl6pPr>
            <a:lvl7pPr lvl="6" rtl="0">
              <a:buNone/>
              <a:defRPr sz="800" b="1">
                <a:solidFill>
                  <a:srgbClr val="434343"/>
                </a:solidFill>
                <a:latin typeface="Nunito"/>
                <a:ea typeface="Nunito"/>
                <a:cs typeface="Nunito"/>
                <a:sym typeface="Nunito"/>
              </a:defRPr>
            </a:lvl7pPr>
            <a:lvl8pPr lvl="7" rtl="0">
              <a:buNone/>
              <a:defRPr sz="800" b="1">
                <a:solidFill>
                  <a:srgbClr val="434343"/>
                </a:solidFill>
                <a:latin typeface="Nunito"/>
                <a:ea typeface="Nunito"/>
                <a:cs typeface="Nunito"/>
                <a:sym typeface="Nunito"/>
              </a:defRPr>
            </a:lvl8pPr>
            <a:lvl9pPr lvl="8" rtl="0">
              <a:buNone/>
              <a:defRPr sz="800" b="1">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itle and Table">
  <p:cSld name="CUSTOM">
    <p:spTree>
      <p:nvGrpSpPr>
        <p:cNvPr id="1" name="Shape 178"/>
        <p:cNvGrpSpPr/>
        <p:nvPr/>
      </p:nvGrpSpPr>
      <p:grpSpPr>
        <a:xfrm>
          <a:off x="0" y="0"/>
          <a:ext cx="0" cy="0"/>
          <a:chOff x="0" y="0"/>
          <a:chExt cx="0" cy="0"/>
        </a:xfrm>
      </p:grpSpPr>
      <p:sp>
        <p:nvSpPr>
          <p:cNvPr id="179" name="Google Shape;179;p41"/>
          <p:cNvSpPr txBox="1">
            <a:spLocks noGrp="1"/>
          </p:cNvSpPr>
          <p:nvPr>
            <p:ph type="title"/>
          </p:nvPr>
        </p:nvSpPr>
        <p:spPr>
          <a:xfrm>
            <a:off x="201972" y="288368"/>
            <a:ext cx="8520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200"/>
              <a:buNone/>
              <a:defRPr/>
            </a:lvl1pPr>
            <a:lvl2pPr lvl="1" rtl="0">
              <a:spcBef>
                <a:spcPts val="0"/>
              </a:spcBef>
              <a:spcAft>
                <a:spcPts val="0"/>
              </a:spcAft>
              <a:buSzPts val="2500"/>
              <a:buNone/>
              <a:defRPr/>
            </a:lvl2pPr>
            <a:lvl3pPr lvl="2" rtl="0">
              <a:spcBef>
                <a:spcPts val="0"/>
              </a:spcBef>
              <a:spcAft>
                <a:spcPts val="0"/>
              </a:spcAft>
              <a:buSzPts val="2500"/>
              <a:buNone/>
              <a:defRPr/>
            </a:lvl3pPr>
            <a:lvl4pPr lvl="3" rtl="0">
              <a:spcBef>
                <a:spcPts val="0"/>
              </a:spcBef>
              <a:spcAft>
                <a:spcPts val="0"/>
              </a:spcAft>
              <a:buSzPts val="2500"/>
              <a:buNone/>
              <a:defRPr/>
            </a:lvl4pPr>
            <a:lvl5pPr lvl="4" rtl="0">
              <a:spcBef>
                <a:spcPts val="0"/>
              </a:spcBef>
              <a:spcAft>
                <a:spcPts val="0"/>
              </a:spcAft>
              <a:buSzPts val="2500"/>
              <a:buNone/>
              <a:defRPr/>
            </a:lvl5pPr>
            <a:lvl6pPr lvl="5" rtl="0">
              <a:spcBef>
                <a:spcPts val="0"/>
              </a:spcBef>
              <a:spcAft>
                <a:spcPts val="0"/>
              </a:spcAft>
              <a:buSzPts val="2500"/>
              <a:buNone/>
              <a:defRPr/>
            </a:lvl6pPr>
            <a:lvl7pPr lvl="6" rtl="0">
              <a:spcBef>
                <a:spcPts val="0"/>
              </a:spcBef>
              <a:spcAft>
                <a:spcPts val="0"/>
              </a:spcAft>
              <a:buSzPts val="2500"/>
              <a:buNone/>
              <a:defRPr/>
            </a:lvl7pPr>
            <a:lvl8pPr lvl="7" rtl="0">
              <a:spcBef>
                <a:spcPts val="0"/>
              </a:spcBef>
              <a:spcAft>
                <a:spcPts val="0"/>
              </a:spcAft>
              <a:buSzPts val="2500"/>
              <a:buNone/>
              <a:defRPr/>
            </a:lvl8pPr>
            <a:lvl9pPr lvl="8" rtl="0">
              <a:spcBef>
                <a:spcPts val="0"/>
              </a:spcBef>
              <a:spcAft>
                <a:spcPts val="0"/>
              </a:spcAft>
              <a:buSzPts val="2500"/>
              <a:buNone/>
              <a:defRPr/>
            </a:lvl9pPr>
          </a:lstStyle>
          <a:p>
            <a:endParaRPr/>
          </a:p>
        </p:txBody>
      </p:sp>
      <p:graphicFrame>
        <p:nvGraphicFramePr>
          <p:cNvPr id="180" name="Google Shape;180;p41"/>
          <p:cNvGraphicFramePr/>
          <p:nvPr/>
        </p:nvGraphicFramePr>
        <p:xfrm>
          <a:off x="201942" y="833662"/>
          <a:ext cx="3000000" cy="3000000"/>
        </p:xfrm>
        <a:graphic>
          <a:graphicData uri="http://schemas.openxmlformats.org/drawingml/2006/table">
            <a:tbl>
              <a:tblPr firstRow="1" bandRow="1">
                <a:noFill/>
                <a:tableStyleId>{2B9413B6-06D9-4716-A5BC-8756103C35D0}</a:tableStyleId>
              </a:tblPr>
              <a:tblGrid>
                <a:gridCol w="883125">
                  <a:extLst>
                    <a:ext uri="{9D8B030D-6E8A-4147-A177-3AD203B41FA5}">
                      <a16:colId xmlns:a16="http://schemas.microsoft.com/office/drawing/2014/main" val="20000"/>
                    </a:ext>
                  </a:extLst>
                </a:gridCol>
                <a:gridCol w="3886050">
                  <a:extLst>
                    <a:ext uri="{9D8B030D-6E8A-4147-A177-3AD203B41FA5}">
                      <a16:colId xmlns:a16="http://schemas.microsoft.com/office/drawing/2014/main" val="20001"/>
                    </a:ext>
                  </a:extLst>
                </a:gridCol>
                <a:gridCol w="3886050">
                  <a:extLst>
                    <a:ext uri="{9D8B030D-6E8A-4147-A177-3AD203B41FA5}">
                      <a16:colId xmlns:a16="http://schemas.microsoft.com/office/drawing/2014/main" val="20002"/>
                    </a:ext>
                  </a:extLst>
                </a:gridCol>
              </a:tblGrid>
              <a:tr h="673575">
                <a:tc>
                  <a:txBody>
                    <a:bodyPr/>
                    <a:lstStyle/>
                    <a:p>
                      <a:pPr marL="0" marR="0" lvl="0" indent="0" algn="l" rtl="0">
                        <a:lnSpc>
                          <a:spcPct val="100000"/>
                        </a:lnSpc>
                        <a:spcBef>
                          <a:spcPts val="0"/>
                        </a:spcBef>
                        <a:spcAft>
                          <a:spcPts val="0"/>
                        </a:spcAft>
                        <a:buNone/>
                      </a:pPr>
                      <a:r>
                        <a:rPr lang="en" u="none" strike="noStrike" cap="none">
                          <a:latin typeface="Nunito"/>
                          <a:ea typeface="Nunito"/>
                          <a:cs typeface="Nunito"/>
                          <a:sym typeface="Nunito"/>
                        </a:rPr>
                        <a:t>Cluster</a:t>
                      </a:r>
                      <a:endParaRPr>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None/>
                      </a:pPr>
                      <a:r>
                        <a:rPr lang="en" u="none" strike="noStrike" cap="none">
                          <a:latin typeface="Nunito"/>
                          <a:ea typeface="Nunito"/>
                          <a:cs typeface="Nunito"/>
                          <a:sym typeface="Nunito"/>
                        </a:rPr>
                        <a:t>Cluster Profile </a:t>
                      </a:r>
                      <a:endParaRPr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None/>
                      </a:pPr>
                      <a:r>
                        <a:rPr lang="en" u="none" strike="noStrike" cap="none">
                          <a:latin typeface="Nunito"/>
                          <a:ea typeface="Nunito"/>
                          <a:cs typeface="Nunito"/>
                          <a:sym typeface="Nunito"/>
                        </a:rPr>
                        <a:t>Business Insights for Marketing Team</a:t>
                      </a:r>
                      <a:endParaRPr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0"/>
                  </a:ext>
                </a:extLst>
              </a:tr>
              <a:tr h="753325">
                <a:tc>
                  <a:txBody>
                    <a:bodyPr/>
                    <a:lstStyle/>
                    <a:p>
                      <a:pPr marL="0" marR="0" lvl="0" indent="0" algn="l" rtl="0">
                        <a:lnSpc>
                          <a:spcPct val="100000"/>
                        </a:lnSpc>
                        <a:spcBef>
                          <a:spcPts val="0"/>
                        </a:spcBef>
                        <a:spcAft>
                          <a:spcPts val="0"/>
                        </a:spcAft>
                        <a:buNone/>
                      </a:pPr>
                      <a:r>
                        <a:rPr lang="en" sz="1200" u="none" strike="noStrike" cap="none">
                          <a:latin typeface="Nunito"/>
                          <a:ea typeface="Nunito"/>
                          <a:cs typeface="Nunito"/>
                          <a:sym typeface="Nunito"/>
                        </a:rPr>
                        <a:t>1</a:t>
                      </a:r>
                      <a:endParaRPr sz="1200">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None/>
                      </a:pPr>
                      <a:r>
                        <a:rPr lang="en" sz="1200" u="none" strike="noStrike" cap="none">
                          <a:latin typeface="Nunito"/>
                          <a:ea typeface="Nunito"/>
                          <a:cs typeface="Nunito"/>
                          <a:sym typeface="Nunito"/>
                        </a:rPr>
                        <a:t>High value customers who have many credit cards and prefer to engage online</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None/>
                      </a:pPr>
                      <a:r>
                        <a:rPr lang="en" sz="1200" u="none" strike="noStrike" cap="none">
                          <a:latin typeface="Nunito"/>
                          <a:ea typeface="Nunito"/>
                          <a:cs typeface="Nunito"/>
                          <a:sym typeface="Nunito"/>
                        </a:rPr>
                        <a:t>Engage Online – Set up priority calling in lines – Upsell and Cross sell premium products</a:t>
                      </a:r>
                      <a:endParaRPr sz="1200">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1"/>
                  </a:ext>
                </a:extLst>
              </a:tr>
              <a:tr h="669525">
                <a:tc>
                  <a:txBody>
                    <a:bodyPr/>
                    <a:lstStyle/>
                    <a:p>
                      <a:pPr marL="0" marR="0" lvl="0" indent="0" algn="l" rtl="0">
                        <a:lnSpc>
                          <a:spcPct val="100000"/>
                        </a:lnSpc>
                        <a:spcBef>
                          <a:spcPts val="0"/>
                        </a:spcBef>
                        <a:spcAft>
                          <a:spcPts val="0"/>
                        </a:spcAft>
                        <a:buNone/>
                      </a:pPr>
                      <a:r>
                        <a:rPr lang="en" sz="1200" u="none" strike="noStrike" cap="none">
                          <a:latin typeface="Nunito"/>
                          <a:ea typeface="Nunito"/>
                          <a:cs typeface="Nunito"/>
                          <a:sym typeface="Nunito"/>
                        </a:rPr>
                        <a:t>2</a:t>
                      </a:r>
                      <a:endParaRPr sz="1200">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None/>
                      </a:pPr>
                      <a:r>
                        <a:rPr lang="en" sz="1200" u="none" strike="noStrike" cap="none" baseline="30000">
                          <a:latin typeface="Nunito"/>
                          <a:ea typeface="Nunito"/>
                          <a:cs typeface="Nunito"/>
                          <a:sym typeface="Nunito"/>
                        </a:rPr>
                        <a:t>…</a:t>
                      </a:r>
                      <a:endParaRPr sz="1200">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None/>
                      </a:pPr>
                      <a:r>
                        <a:rPr lang="en" sz="1200" u="none" strike="noStrike" cap="none">
                          <a:latin typeface="Nunito"/>
                          <a:ea typeface="Nunito"/>
                          <a:cs typeface="Nunito"/>
                          <a:sym typeface="Nunito"/>
                        </a:rPr>
                        <a:t>..</a:t>
                      </a:r>
                      <a:endParaRPr sz="1200">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2"/>
                  </a:ext>
                </a:extLst>
              </a:tr>
              <a:tr h="669525">
                <a:tc>
                  <a:txBody>
                    <a:bodyPr/>
                    <a:lstStyle/>
                    <a:p>
                      <a:pPr marL="0" marR="0" lvl="0" indent="0" algn="l" rtl="0">
                        <a:lnSpc>
                          <a:spcPct val="100000"/>
                        </a:lnSpc>
                        <a:spcBef>
                          <a:spcPts val="0"/>
                        </a:spcBef>
                        <a:spcAft>
                          <a:spcPts val="0"/>
                        </a:spcAft>
                        <a:buNone/>
                      </a:pPr>
                      <a:r>
                        <a:rPr lang="en" sz="1200" u="none" strike="noStrike" cap="none">
                          <a:latin typeface="Nunito"/>
                          <a:ea typeface="Nunito"/>
                          <a:cs typeface="Nunito"/>
                          <a:sym typeface="Nunito"/>
                        </a:rPr>
                        <a:t>3</a:t>
                      </a:r>
                      <a:endParaRPr sz="1200">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None/>
                      </a:pPr>
                      <a:r>
                        <a:rPr lang="en" sz="1200" u="none" strike="noStrike" cap="none">
                          <a:latin typeface="Nunito"/>
                          <a:ea typeface="Nunito"/>
                          <a:cs typeface="Nunito"/>
                          <a:sym typeface="Nunito"/>
                        </a:rPr>
                        <a:t>…</a:t>
                      </a:r>
                      <a:endParaRPr sz="1200">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None/>
                      </a:pPr>
                      <a:r>
                        <a:rPr lang="en" sz="1200" u="none" strike="noStrike" cap="none">
                          <a:latin typeface="Nunito"/>
                          <a:ea typeface="Nunito"/>
                          <a:cs typeface="Nunito"/>
                          <a:sym typeface="Nunito"/>
                        </a:rPr>
                        <a:t>…</a:t>
                      </a:r>
                      <a:endParaRPr sz="1200">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3"/>
                  </a:ext>
                </a:extLst>
              </a:tr>
              <a:tr h="669525">
                <a:tc>
                  <a:txBody>
                    <a:bodyPr/>
                    <a:lstStyle/>
                    <a:p>
                      <a:pPr marL="0" marR="0" lvl="0" indent="0" algn="l" rtl="0">
                        <a:lnSpc>
                          <a:spcPct val="100000"/>
                        </a:lnSpc>
                        <a:spcBef>
                          <a:spcPts val="0"/>
                        </a:spcBef>
                        <a:spcAft>
                          <a:spcPts val="0"/>
                        </a:spcAft>
                        <a:buNone/>
                      </a:pP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None/>
                      </a:pP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None/>
                      </a:pP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4"/>
                  </a:ext>
                </a:extLst>
              </a:tr>
            </a:tbl>
          </a:graphicData>
        </a:graphic>
      </p:graphicFrame>
      <p:sp>
        <p:nvSpPr>
          <p:cNvPr id="181" name="Google Shape;181;p41"/>
          <p:cNvSpPr txBox="1">
            <a:spLocks noGrp="1"/>
          </p:cNvSpPr>
          <p:nvPr>
            <p:ph type="sldNum" idx="12"/>
          </p:nvPr>
        </p:nvSpPr>
        <p:spPr>
          <a:xfrm>
            <a:off x="8832299" y="4946907"/>
            <a:ext cx="365400" cy="217200"/>
          </a:xfrm>
          <a:prstGeom prst="rect">
            <a:avLst/>
          </a:prstGeom>
        </p:spPr>
        <p:txBody>
          <a:bodyPr spcFirstLastPara="1" wrap="square" lIns="91425" tIns="91425" rIns="91425" bIns="91425" anchor="ctr" anchorCtr="0">
            <a:noAutofit/>
          </a:bodyPr>
          <a:lstStyle>
            <a:lvl1pPr lvl="0" rtl="0">
              <a:buNone/>
              <a:defRPr sz="800" b="1">
                <a:solidFill>
                  <a:srgbClr val="434343"/>
                </a:solidFill>
                <a:latin typeface="Nunito"/>
                <a:ea typeface="Nunito"/>
                <a:cs typeface="Nunito"/>
                <a:sym typeface="Nunito"/>
              </a:defRPr>
            </a:lvl1pPr>
            <a:lvl2pPr lvl="1" rtl="0">
              <a:buNone/>
              <a:defRPr sz="800" b="1">
                <a:solidFill>
                  <a:srgbClr val="434343"/>
                </a:solidFill>
                <a:latin typeface="Nunito"/>
                <a:ea typeface="Nunito"/>
                <a:cs typeface="Nunito"/>
                <a:sym typeface="Nunito"/>
              </a:defRPr>
            </a:lvl2pPr>
            <a:lvl3pPr lvl="2" rtl="0">
              <a:buNone/>
              <a:defRPr sz="800" b="1">
                <a:solidFill>
                  <a:srgbClr val="434343"/>
                </a:solidFill>
                <a:latin typeface="Nunito"/>
                <a:ea typeface="Nunito"/>
                <a:cs typeface="Nunito"/>
                <a:sym typeface="Nunito"/>
              </a:defRPr>
            </a:lvl3pPr>
            <a:lvl4pPr lvl="3" rtl="0">
              <a:buNone/>
              <a:defRPr sz="800" b="1">
                <a:solidFill>
                  <a:srgbClr val="434343"/>
                </a:solidFill>
                <a:latin typeface="Nunito"/>
                <a:ea typeface="Nunito"/>
                <a:cs typeface="Nunito"/>
                <a:sym typeface="Nunito"/>
              </a:defRPr>
            </a:lvl4pPr>
            <a:lvl5pPr lvl="4" rtl="0">
              <a:buNone/>
              <a:defRPr sz="800" b="1">
                <a:solidFill>
                  <a:srgbClr val="434343"/>
                </a:solidFill>
                <a:latin typeface="Nunito"/>
                <a:ea typeface="Nunito"/>
                <a:cs typeface="Nunito"/>
                <a:sym typeface="Nunito"/>
              </a:defRPr>
            </a:lvl5pPr>
            <a:lvl6pPr lvl="5" rtl="0">
              <a:buNone/>
              <a:defRPr sz="800" b="1">
                <a:solidFill>
                  <a:srgbClr val="434343"/>
                </a:solidFill>
                <a:latin typeface="Nunito"/>
                <a:ea typeface="Nunito"/>
                <a:cs typeface="Nunito"/>
                <a:sym typeface="Nunito"/>
              </a:defRPr>
            </a:lvl6pPr>
            <a:lvl7pPr lvl="6" rtl="0">
              <a:buNone/>
              <a:defRPr sz="800" b="1">
                <a:solidFill>
                  <a:srgbClr val="434343"/>
                </a:solidFill>
                <a:latin typeface="Nunito"/>
                <a:ea typeface="Nunito"/>
                <a:cs typeface="Nunito"/>
                <a:sym typeface="Nunito"/>
              </a:defRPr>
            </a:lvl7pPr>
            <a:lvl8pPr lvl="7" rtl="0">
              <a:buNone/>
              <a:defRPr sz="800" b="1">
                <a:solidFill>
                  <a:srgbClr val="434343"/>
                </a:solidFill>
                <a:latin typeface="Nunito"/>
                <a:ea typeface="Nunito"/>
                <a:cs typeface="Nunito"/>
                <a:sym typeface="Nunito"/>
              </a:defRPr>
            </a:lvl8pPr>
            <a:lvl9pPr lvl="8" rtl="0">
              <a:buNone/>
              <a:defRPr sz="800" b="1">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82"/>
        <p:cNvGrpSpPr/>
        <p:nvPr/>
      </p:nvGrpSpPr>
      <p:grpSpPr>
        <a:xfrm>
          <a:off x="0" y="0"/>
          <a:ext cx="0" cy="0"/>
          <a:chOff x="0" y="0"/>
          <a:chExt cx="0" cy="0"/>
        </a:xfrm>
      </p:grpSpPr>
      <p:sp>
        <p:nvSpPr>
          <p:cNvPr id="183" name="Google Shape;183;p42"/>
          <p:cNvSpPr txBox="1">
            <a:spLocks noGrp="1"/>
          </p:cNvSpPr>
          <p:nvPr>
            <p:ph type="title"/>
          </p:nvPr>
        </p:nvSpPr>
        <p:spPr>
          <a:xfrm>
            <a:off x="201972" y="288368"/>
            <a:ext cx="8520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200"/>
              <a:buNone/>
              <a:defRPr/>
            </a:lvl1pPr>
            <a:lvl2pPr lvl="1" rtl="0">
              <a:spcBef>
                <a:spcPts val="0"/>
              </a:spcBef>
              <a:spcAft>
                <a:spcPts val="0"/>
              </a:spcAft>
              <a:buSzPts val="2500"/>
              <a:buNone/>
              <a:defRPr/>
            </a:lvl2pPr>
            <a:lvl3pPr lvl="2" rtl="0">
              <a:spcBef>
                <a:spcPts val="0"/>
              </a:spcBef>
              <a:spcAft>
                <a:spcPts val="0"/>
              </a:spcAft>
              <a:buSzPts val="2500"/>
              <a:buNone/>
              <a:defRPr/>
            </a:lvl3pPr>
            <a:lvl4pPr lvl="3" rtl="0">
              <a:spcBef>
                <a:spcPts val="0"/>
              </a:spcBef>
              <a:spcAft>
                <a:spcPts val="0"/>
              </a:spcAft>
              <a:buSzPts val="2500"/>
              <a:buNone/>
              <a:defRPr/>
            </a:lvl4pPr>
            <a:lvl5pPr lvl="4" rtl="0">
              <a:spcBef>
                <a:spcPts val="0"/>
              </a:spcBef>
              <a:spcAft>
                <a:spcPts val="0"/>
              </a:spcAft>
              <a:buSzPts val="2500"/>
              <a:buNone/>
              <a:defRPr/>
            </a:lvl5pPr>
            <a:lvl6pPr lvl="5" rtl="0">
              <a:spcBef>
                <a:spcPts val="0"/>
              </a:spcBef>
              <a:spcAft>
                <a:spcPts val="0"/>
              </a:spcAft>
              <a:buSzPts val="2500"/>
              <a:buNone/>
              <a:defRPr/>
            </a:lvl6pPr>
            <a:lvl7pPr lvl="6" rtl="0">
              <a:spcBef>
                <a:spcPts val="0"/>
              </a:spcBef>
              <a:spcAft>
                <a:spcPts val="0"/>
              </a:spcAft>
              <a:buSzPts val="2500"/>
              <a:buNone/>
              <a:defRPr/>
            </a:lvl7pPr>
            <a:lvl8pPr lvl="7" rtl="0">
              <a:spcBef>
                <a:spcPts val="0"/>
              </a:spcBef>
              <a:spcAft>
                <a:spcPts val="0"/>
              </a:spcAft>
              <a:buSzPts val="2500"/>
              <a:buNone/>
              <a:defRPr/>
            </a:lvl8pPr>
            <a:lvl9pPr lvl="8" rtl="0">
              <a:spcBef>
                <a:spcPts val="0"/>
              </a:spcBef>
              <a:spcAft>
                <a:spcPts val="0"/>
              </a:spcAft>
              <a:buSzPts val="2500"/>
              <a:buNone/>
              <a:defRPr/>
            </a:lvl9pPr>
          </a:lstStyle>
          <a:p>
            <a:endParaRPr/>
          </a:p>
        </p:txBody>
      </p:sp>
      <p:sp>
        <p:nvSpPr>
          <p:cNvPr id="184" name="Google Shape;184;p42"/>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
        <p:nvSpPr>
          <p:cNvPr id="185" name="Google Shape;185;p42"/>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
        <p:nvSpPr>
          <p:cNvPr id="186" name="Google Shape;186;p42"/>
          <p:cNvSpPr txBox="1">
            <a:spLocks noGrp="1"/>
          </p:cNvSpPr>
          <p:nvPr>
            <p:ph type="sldNum" idx="12"/>
          </p:nvPr>
        </p:nvSpPr>
        <p:spPr>
          <a:xfrm>
            <a:off x="8832299" y="4946907"/>
            <a:ext cx="365400" cy="217200"/>
          </a:xfrm>
          <a:prstGeom prst="rect">
            <a:avLst/>
          </a:prstGeom>
        </p:spPr>
        <p:txBody>
          <a:bodyPr spcFirstLastPara="1" wrap="square" lIns="91425" tIns="91425" rIns="91425" bIns="91425" anchor="ctr" anchorCtr="0">
            <a:noAutofit/>
          </a:bodyPr>
          <a:lstStyle>
            <a:lvl1pPr lvl="0" rtl="0">
              <a:buNone/>
              <a:defRPr sz="800" b="1">
                <a:solidFill>
                  <a:srgbClr val="434343"/>
                </a:solidFill>
                <a:latin typeface="Nunito"/>
                <a:ea typeface="Nunito"/>
                <a:cs typeface="Nunito"/>
                <a:sym typeface="Nunito"/>
              </a:defRPr>
            </a:lvl1pPr>
            <a:lvl2pPr lvl="1" rtl="0">
              <a:buNone/>
              <a:defRPr sz="800" b="1">
                <a:solidFill>
                  <a:srgbClr val="434343"/>
                </a:solidFill>
                <a:latin typeface="Nunito"/>
                <a:ea typeface="Nunito"/>
                <a:cs typeface="Nunito"/>
                <a:sym typeface="Nunito"/>
              </a:defRPr>
            </a:lvl2pPr>
            <a:lvl3pPr lvl="2" rtl="0">
              <a:buNone/>
              <a:defRPr sz="800" b="1">
                <a:solidFill>
                  <a:srgbClr val="434343"/>
                </a:solidFill>
                <a:latin typeface="Nunito"/>
                <a:ea typeface="Nunito"/>
                <a:cs typeface="Nunito"/>
                <a:sym typeface="Nunito"/>
              </a:defRPr>
            </a:lvl3pPr>
            <a:lvl4pPr lvl="3" rtl="0">
              <a:buNone/>
              <a:defRPr sz="800" b="1">
                <a:solidFill>
                  <a:srgbClr val="434343"/>
                </a:solidFill>
                <a:latin typeface="Nunito"/>
                <a:ea typeface="Nunito"/>
                <a:cs typeface="Nunito"/>
                <a:sym typeface="Nunito"/>
              </a:defRPr>
            </a:lvl4pPr>
            <a:lvl5pPr lvl="4" rtl="0">
              <a:buNone/>
              <a:defRPr sz="800" b="1">
                <a:solidFill>
                  <a:srgbClr val="434343"/>
                </a:solidFill>
                <a:latin typeface="Nunito"/>
                <a:ea typeface="Nunito"/>
                <a:cs typeface="Nunito"/>
                <a:sym typeface="Nunito"/>
              </a:defRPr>
            </a:lvl5pPr>
            <a:lvl6pPr lvl="5" rtl="0">
              <a:buNone/>
              <a:defRPr sz="800" b="1">
                <a:solidFill>
                  <a:srgbClr val="434343"/>
                </a:solidFill>
                <a:latin typeface="Nunito"/>
                <a:ea typeface="Nunito"/>
                <a:cs typeface="Nunito"/>
                <a:sym typeface="Nunito"/>
              </a:defRPr>
            </a:lvl6pPr>
            <a:lvl7pPr lvl="6" rtl="0">
              <a:buNone/>
              <a:defRPr sz="800" b="1">
                <a:solidFill>
                  <a:srgbClr val="434343"/>
                </a:solidFill>
                <a:latin typeface="Nunito"/>
                <a:ea typeface="Nunito"/>
                <a:cs typeface="Nunito"/>
                <a:sym typeface="Nunito"/>
              </a:defRPr>
            </a:lvl7pPr>
            <a:lvl8pPr lvl="7" rtl="0">
              <a:buNone/>
              <a:defRPr sz="800" b="1">
                <a:solidFill>
                  <a:srgbClr val="434343"/>
                </a:solidFill>
                <a:latin typeface="Nunito"/>
                <a:ea typeface="Nunito"/>
                <a:cs typeface="Nunito"/>
                <a:sym typeface="Nunito"/>
              </a:defRPr>
            </a:lvl8pPr>
            <a:lvl9pPr lvl="8" rtl="0">
              <a:buNone/>
              <a:defRPr sz="800" b="1">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87"/>
        <p:cNvGrpSpPr/>
        <p:nvPr/>
      </p:nvGrpSpPr>
      <p:grpSpPr>
        <a:xfrm>
          <a:off x="0" y="0"/>
          <a:ext cx="0" cy="0"/>
          <a:chOff x="0" y="0"/>
          <a:chExt cx="0" cy="0"/>
        </a:xfrm>
      </p:grpSpPr>
      <p:sp>
        <p:nvSpPr>
          <p:cNvPr id="188" name="Google Shape;188;p43"/>
          <p:cNvSpPr txBox="1">
            <a:spLocks noGrp="1"/>
          </p:cNvSpPr>
          <p:nvPr>
            <p:ph type="title"/>
          </p:nvPr>
        </p:nvSpPr>
        <p:spPr>
          <a:xfrm>
            <a:off x="201972" y="288368"/>
            <a:ext cx="85206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200"/>
              <a:buNone/>
              <a:defRPr/>
            </a:lvl1pPr>
            <a:lvl2pPr lvl="1" rtl="0">
              <a:spcBef>
                <a:spcPts val="0"/>
              </a:spcBef>
              <a:spcAft>
                <a:spcPts val="0"/>
              </a:spcAft>
              <a:buSzPts val="2500"/>
              <a:buNone/>
              <a:defRPr/>
            </a:lvl2pPr>
            <a:lvl3pPr lvl="2" rtl="0">
              <a:spcBef>
                <a:spcPts val="0"/>
              </a:spcBef>
              <a:spcAft>
                <a:spcPts val="0"/>
              </a:spcAft>
              <a:buSzPts val="2500"/>
              <a:buNone/>
              <a:defRPr/>
            </a:lvl3pPr>
            <a:lvl4pPr lvl="3" rtl="0">
              <a:spcBef>
                <a:spcPts val="0"/>
              </a:spcBef>
              <a:spcAft>
                <a:spcPts val="0"/>
              </a:spcAft>
              <a:buSzPts val="2500"/>
              <a:buNone/>
              <a:defRPr/>
            </a:lvl4pPr>
            <a:lvl5pPr lvl="4" rtl="0">
              <a:spcBef>
                <a:spcPts val="0"/>
              </a:spcBef>
              <a:spcAft>
                <a:spcPts val="0"/>
              </a:spcAft>
              <a:buSzPts val="2500"/>
              <a:buNone/>
              <a:defRPr/>
            </a:lvl5pPr>
            <a:lvl6pPr lvl="5" rtl="0">
              <a:spcBef>
                <a:spcPts val="0"/>
              </a:spcBef>
              <a:spcAft>
                <a:spcPts val="0"/>
              </a:spcAft>
              <a:buSzPts val="2500"/>
              <a:buNone/>
              <a:defRPr/>
            </a:lvl6pPr>
            <a:lvl7pPr lvl="6" rtl="0">
              <a:spcBef>
                <a:spcPts val="0"/>
              </a:spcBef>
              <a:spcAft>
                <a:spcPts val="0"/>
              </a:spcAft>
              <a:buSzPts val="2500"/>
              <a:buNone/>
              <a:defRPr/>
            </a:lvl7pPr>
            <a:lvl8pPr lvl="7" rtl="0">
              <a:spcBef>
                <a:spcPts val="0"/>
              </a:spcBef>
              <a:spcAft>
                <a:spcPts val="0"/>
              </a:spcAft>
              <a:buSzPts val="2500"/>
              <a:buNone/>
              <a:defRPr/>
            </a:lvl8pPr>
            <a:lvl9pPr lvl="8" rtl="0">
              <a:spcBef>
                <a:spcPts val="0"/>
              </a:spcBef>
              <a:spcAft>
                <a:spcPts val="0"/>
              </a:spcAft>
              <a:buSzPts val="2500"/>
              <a:buNone/>
              <a:defRPr/>
            </a:lvl9pPr>
          </a:lstStyle>
          <a:p>
            <a:endParaRPr/>
          </a:p>
        </p:txBody>
      </p:sp>
      <p:sp>
        <p:nvSpPr>
          <p:cNvPr id="189" name="Google Shape;189;p43"/>
          <p:cNvSpPr txBox="1">
            <a:spLocks noGrp="1"/>
          </p:cNvSpPr>
          <p:nvPr>
            <p:ph type="sldNum" idx="12"/>
          </p:nvPr>
        </p:nvSpPr>
        <p:spPr>
          <a:xfrm>
            <a:off x="8832299" y="4946907"/>
            <a:ext cx="365400" cy="217200"/>
          </a:xfrm>
          <a:prstGeom prst="rect">
            <a:avLst/>
          </a:prstGeom>
        </p:spPr>
        <p:txBody>
          <a:bodyPr spcFirstLastPara="1" wrap="square" lIns="91425" tIns="91425" rIns="91425" bIns="91425" anchor="ctr" anchorCtr="0">
            <a:noAutofit/>
          </a:bodyPr>
          <a:lstStyle>
            <a:lvl1pPr lvl="0" rtl="0">
              <a:buNone/>
              <a:defRPr sz="800" b="1">
                <a:solidFill>
                  <a:srgbClr val="434343"/>
                </a:solidFill>
                <a:latin typeface="Nunito"/>
                <a:ea typeface="Nunito"/>
                <a:cs typeface="Nunito"/>
                <a:sym typeface="Nunito"/>
              </a:defRPr>
            </a:lvl1pPr>
            <a:lvl2pPr lvl="1" rtl="0">
              <a:buNone/>
              <a:defRPr sz="800" b="1">
                <a:solidFill>
                  <a:srgbClr val="434343"/>
                </a:solidFill>
                <a:latin typeface="Nunito"/>
                <a:ea typeface="Nunito"/>
                <a:cs typeface="Nunito"/>
                <a:sym typeface="Nunito"/>
              </a:defRPr>
            </a:lvl2pPr>
            <a:lvl3pPr lvl="2" rtl="0">
              <a:buNone/>
              <a:defRPr sz="800" b="1">
                <a:solidFill>
                  <a:srgbClr val="434343"/>
                </a:solidFill>
                <a:latin typeface="Nunito"/>
                <a:ea typeface="Nunito"/>
                <a:cs typeface="Nunito"/>
                <a:sym typeface="Nunito"/>
              </a:defRPr>
            </a:lvl3pPr>
            <a:lvl4pPr lvl="3" rtl="0">
              <a:buNone/>
              <a:defRPr sz="800" b="1">
                <a:solidFill>
                  <a:srgbClr val="434343"/>
                </a:solidFill>
                <a:latin typeface="Nunito"/>
                <a:ea typeface="Nunito"/>
                <a:cs typeface="Nunito"/>
                <a:sym typeface="Nunito"/>
              </a:defRPr>
            </a:lvl4pPr>
            <a:lvl5pPr lvl="4" rtl="0">
              <a:buNone/>
              <a:defRPr sz="800" b="1">
                <a:solidFill>
                  <a:srgbClr val="434343"/>
                </a:solidFill>
                <a:latin typeface="Nunito"/>
                <a:ea typeface="Nunito"/>
                <a:cs typeface="Nunito"/>
                <a:sym typeface="Nunito"/>
              </a:defRPr>
            </a:lvl5pPr>
            <a:lvl6pPr lvl="5" rtl="0">
              <a:buNone/>
              <a:defRPr sz="800" b="1">
                <a:solidFill>
                  <a:srgbClr val="434343"/>
                </a:solidFill>
                <a:latin typeface="Nunito"/>
                <a:ea typeface="Nunito"/>
                <a:cs typeface="Nunito"/>
                <a:sym typeface="Nunito"/>
              </a:defRPr>
            </a:lvl6pPr>
            <a:lvl7pPr lvl="6" rtl="0">
              <a:buNone/>
              <a:defRPr sz="800" b="1">
                <a:solidFill>
                  <a:srgbClr val="434343"/>
                </a:solidFill>
                <a:latin typeface="Nunito"/>
                <a:ea typeface="Nunito"/>
                <a:cs typeface="Nunito"/>
                <a:sym typeface="Nunito"/>
              </a:defRPr>
            </a:lvl7pPr>
            <a:lvl8pPr lvl="7" rtl="0">
              <a:buNone/>
              <a:defRPr sz="800" b="1">
                <a:solidFill>
                  <a:srgbClr val="434343"/>
                </a:solidFill>
                <a:latin typeface="Nunito"/>
                <a:ea typeface="Nunito"/>
                <a:cs typeface="Nunito"/>
                <a:sym typeface="Nunito"/>
              </a:defRPr>
            </a:lvl8pPr>
            <a:lvl9pPr lvl="8" rtl="0">
              <a:buNone/>
              <a:defRPr sz="800" b="1">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90"/>
        <p:cNvGrpSpPr/>
        <p:nvPr/>
      </p:nvGrpSpPr>
      <p:grpSpPr>
        <a:xfrm>
          <a:off x="0" y="0"/>
          <a:ext cx="0" cy="0"/>
          <a:chOff x="0" y="0"/>
          <a:chExt cx="0" cy="0"/>
        </a:xfrm>
      </p:grpSpPr>
      <p:sp>
        <p:nvSpPr>
          <p:cNvPr id="191" name="Google Shape;191;p44"/>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
        <p:nvSpPr>
          <p:cNvPr id="192" name="Google Shape;192;p44"/>
          <p:cNvSpPr txBox="1">
            <a:spLocks noGrp="1"/>
          </p:cNvSpPr>
          <p:nvPr>
            <p:ph type="sldNum" idx="12"/>
          </p:nvPr>
        </p:nvSpPr>
        <p:spPr>
          <a:xfrm>
            <a:off x="8832299" y="4946907"/>
            <a:ext cx="365400" cy="217200"/>
          </a:xfrm>
          <a:prstGeom prst="rect">
            <a:avLst/>
          </a:prstGeom>
        </p:spPr>
        <p:txBody>
          <a:bodyPr spcFirstLastPara="1" wrap="square" lIns="91425" tIns="91425" rIns="91425" bIns="91425" anchor="ctr" anchorCtr="0">
            <a:noAutofit/>
          </a:bodyPr>
          <a:lstStyle>
            <a:lvl1pPr lvl="0" rtl="0">
              <a:buNone/>
              <a:defRPr sz="800" b="1">
                <a:solidFill>
                  <a:srgbClr val="434343"/>
                </a:solidFill>
                <a:latin typeface="Nunito"/>
                <a:ea typeface="Nunito"/>
                <a:cs typeface="Nunito"/>
                <a:sym typeface="Nunito"/>
              </a:defRPr>
            </a:lvl1pPr>
            <a:lvl2pPr lvl="1" rtl="0">
              <a:buNone/>
              <a:defRPr sz="800" b="1">
                <a:solidFill>
                  <a:srgbClr val="434343"/>
                </a:solidFill>
                <a:latin typeface="Nunito"/>
                <a:ea typeface="Nunito"/>
                <a:cs typeface="Nunito"/>
                <a:sym typeface="Nunito"/>
              </a:defRPr>
            </a:lvl2pPr>
            <a:lvl3pPr lvl="2" rtl="0">
              <a:buNone/>
              <a:defRPr sz="800" b="1">
                <a:solidFill>
                  <a:srgbClr val="434343"/>
                </a:solidFill>
                <a:latin typeface="Nunito"/>
                <a:ea typeface="Nunito"/>
                <a:cs typeface="Nunito"/>
                <a:sym typeface="Nunito"/>
              </a:defRPr>
            </a:lvl3pPr>
            <a:lvl4pPr lvl="3" rtl="0">
              <a:buNone/>
              <a:defRPr sz="800" b="1">
                <a:solidFill>
                  <a:srgbClr val="434343"/>
                </a:solidFill>
                <a:latin typeface="Nunito"/>
                <a:ea typeface="Nunito"/>
                <a:cs typeface="Nunito"/>
                <a:sym typeface="Nunito"/>
              </a:defRPr>
            </a:lvl4pPr>
            <a:lvl5pPr lvl="4" rtl="0">
              <a:buNone/>
              <a:defRPr sz="800" b="1">
                <a:solidFill>
                  <a:srgbClr val="434343"/>
                </a:solidFill>
                <a:latin typeface="Nunito"/>
                <a:ea typeface="Nunito"/>
                <a:cs typeface="Nunito"/>
                <a:sym typeface="Nunito"/>
              </a:defRPr>
            </a:lvl5pPr>
            <a:lvl6pPr lvl="5" rtl="0">
              <a:buNone/>
              <a:defRPr sz="800" b="1">
                <a:solidFill>
                  <a:srgbClr val="434343"/>
                </a:solidFill>
                <a:latin typeface="Nunito"/>
                <a:ea typeface="Nunito"/>
                <a:cs typeface="Nunito"/>
                <a:sym typeface="Nunito"/>
              </a:defRPr>
            </a:lvl6pPr>
            <a:lvl7pPr lvl="6" rtl="0">
              <a:buNone/>
              <a:defRPr sz="800" b="1">
                <a:solidFill>
                  <a:srgbClr val="434343"/>
                </a:solidFill>
                <a:latin typeface="Nunito"/>
                <a:ea typeface="Nunito"/>
                <a:cs typeface="Nunito"/>
                <a:sym typeface="Nunito"/>
              </a:defRPr>
            </a:lvl7pPr>
            <a:lvl8pPr lvl="7" rtl="0">
              <a:buNone/>
              <a:defRPr sz="800" b="1">
                <a:solidFill>
                  <a:srgbClr val="434343"/>
                </a:solidFill>
                <a:latin typeface="Nunito"/>
                <a:ea typeface="Nunito"/>
                <a:cs typeface="Nunito"/>
                <a:sym typeface="Nunito"/>
              </a:defRPr>
            </a:lvl8pPr>
            <a:lvl9pPr lvl="8" rtl="0">
              <a:buNone/>
              <a:defRPr sz="800" b="1">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93"/>
        <p:cNvGrpSpPr/>
        <p:nvPr/>
      </p:nvGrpSpPr>
      <p:grpSpPr>
        <a:xfrm>
          <a:off x="0" y="0"/>
          <a:ext cx="0" cy="0"/>
          <a:chOff x="0" y="0"/>
          <a:chExt cx="0" cy="0"/>
        </a:xfrm>
      </p:grpSpPr>
      <p:sp>
        <p:nvSpPr>
          <p:cNvPr id="194" name="Google Shape;194;p45"/>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45"/>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4200"/>
              <a:buNone/>
              <a:defRPr sz="42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196" name="Google Shape;196;p45"/>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sz="21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197" name="Google Shape;197;p45"/>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23850" rtl="0">
              <a:spcBef>
                <a:spcPts val="0"/>
              </a:spcBef>
              <a:spcAft>
                <a:spcPts val="0"/>
              </a:spcAft>
              <a:buSzPts val="1500"/>
              <a:buChar char="●"/>
              <a:defRPr/>
            </a:lvl1pPr>
            <a:lvl2pPr marL="914400" lvl="1" indent="-311150" rtl="0">
              <a:spcBef>
                <a:spcPts val="1600"/>
              </a:spcBef>
              <a:spcAft>
                <a:spcPts val="0"/>
              </a:spcAft>
              <a:buSzPts val="1300"/>
              <a:buChar char="○"/>
              <a:defRPr/>
            </a:lvl2pPr>
            <a:lvl3pPr marL="1371600" lvl="2" indent="-304800" rtl="0">
              <a:spcBef>
                <a:spcPts val="1600"/>
              </a:spcBef>
              <a:spcAft>
                <a:spcPts val="0"/>
              </a:spcAft>
              <a:buSzPts val="1200"/>
              <a:buChar char="■"/>
              <a:defRPr/>
            </a:lvl3pPr>
            <a:lvl4pPr marL="1828800" lvl="3" indent="-298450" rtl="0">
              <a:spcBef>
                <a:spcPts val="1600"/>
              </a:spcBef>
              <a:spcAft>
                <a:spcPts val="0"/>
              </a:spcAft>
              <a:buSzPts val="1100"/>
              <a:buChar char="●"/>
              <a:defRPr/>
            </a:lvl4pPr>
            <a:lvl5pPr marL="2286000" lvl="4" indent="-292100" rtl="0">
              <a:spcBef>
                <a:spcPts val="1600"/>
              </a:spcBef>
              <a:spcAft>
                <a:spcPts val="0"/>
              </a:spcAft>
              <a:buSzPts val="1000"/>
              <a:buChar char="○"/>
              <a:defRPr/>
            </a:lvl5pPr>
            <a:lvl6pPr marL="2743200" lvl="5" indent="-285750" rtl="0">
              <a:spcBef>
                <a:spcPts val="1600"/>
              </a:spcBef>
              <a:spcAft>
                <a:spcPts val="0"/>
              </a:spcAft>
              <a:buSzPts val="900"/>
              <a:buChar char="■"/>
              <a:defRPr/>
            </a:lvl6pPr>
            <a:lvl7pPr marL="3200400" lvl="6" indent="-279400" rtl="0">
              <a:spcBef>
                <a:spcPts val="1600"/>
              </a:spcBef>
              <a:spcAft>
                <a:spcPts val="0"/>
              </a:spcAft>
              <a:buSzPts val="800"/>
              <a:buChar char="●"/>
              <a:defRPr/>
            </a:lvl7pPr>
            <a:lvl8pPr marL="3657600" lvl="7" indent="-273050" rtl="0">
              <a:spcBef>
                <a:spcPts val="1600"/>
              </a:spcBef>
              <a:spcAft>
                <a:spcPts val="0"/>
              </a:spcAft>
              <a:buSzPts val="700"/>
              <a:buChar char="○"/>
              <a:defRPr/>
            </a:lvl8pPr>
            <a:lvl9pPr marL="4114800" lvl="8" indent="-266700" rtl="0">
              <a:spcBef>
                <a:spcPts val="1600"/>
              </a:spcBef>
              <a:spcAft>
                <a:spcPts val="1600"/>
              </a:spcAft>
              <a:buSzPts val="600"/>
              <a:buChar char="■"/>
              <a:defRPr/>
            </a:lvl9pPr>
          </a:lstStyle>
          <a:p>
            <a:endParaRPr/>
          </a:p>
        </p:txBody>
      </p:sp>
      <p:sp>
        <p:nvSpPr>
          <p:cNvPr id="198" name="Google Shape;198;p45"/>
          <p:cNvSpPr txBox="1">
            <a:spLocks noGrp="1"/>
          </p:cNvSpPr>
          <p:nvPr>
            <p:ph type="sldNum" idx="12"/>
          </p:nvPr>
        </p:nvSpPr>
        <p:spPr>
          <a:xfrm>
            <a:off x="8832299" y="4946907"/>
            <a:ext cx="365400" cy="217200"/>
          </a:xfrm>
          <a:prstGeom prst="rect">
            <a:avLst/>
          </a:prstGeom>
        </p:spPr>
        <p:txBody>
          <a:bodyPr spcFirstLastPara="1" wrap="square" lIns="91425" tIns="91425" rIns="91425" bIns="91425" anchor="ctr" anchorCtr="0">
            <a:noAutofit/>
          </a:bodyPr>
          <a:lstStyle>
            <a:lvl1pPr lvl="0" rtl="0">
              <a:buNone/>
              <a:defRPr sz="800" b="1">
                <a:solidFill>
                  <a:srgbClr val="434343"/>
                </a:solidFill>
                <a:latin typeface="Nunito"/>
                <a:ea typeface="Nunito"/>
                <a:cs typeface="Nunito"/>
                <a:sym typeface="Nunito"/>
              </a:defRPr>
            </a:lvl1pPr>
            <a:lvl2pPr lvl="1" rtl="0">
              <a:buNone/>
              <a:defRPr sz="800" b="1">
                <a:solidFill>
                  <a:srgbClr val="434343"/>
                </a:solidFill>
                <a:latin typeface="Nunito"/>
                <a:ea typeface="Nunito"/>
                <a:cs typeface="Nunito"/>
                <a:sym typeface="Nunito"/>
              </a:defRPr>
            </a:lvl2pPr>
            <a:lvl3pPr lvl="2" rtl="0">
              <a:buNone/>
              <a:defRPr sz="800" b="1">
                <a:solidFill>
                  <a:srgbClr val="434343"/>
                </a:solidFill>
                <a:latin typeface="Nunito"/>
                <a:ea typeface="Nunito"/>
                <a:cs typeface="Nunito"/>
                <a:sym typeface="Nunito"/>
              </a:defRPr>
            </a:lvl3pPr>
            <a:lvl4pPr lvl="3" rtl="0">
              <a:buNone/>
              <a:defRPr sz="800" b="1">
                <a:solidFill>
                  <a:srgbClr val="434343"/>
                </a:solidFill>
                <a:latin typeface="Nunito"/>
                <a:ea typeface="Nunito"/>
                <a:cs typeface="Nunito"/>
                <a:sym typeface="Nunito"/>
              </a:defRPr>
            </a:lvl4pPr>
            <a:lvl5pPr lvl="4" rtl="0">
              <a:buNone/>
              <a:defRPr sz="800" b="1">
                <a:solidFill>
                  <a:srgbClr val="434343"/>
                </a:solidFill>
                <a:latin typeface="Nunito"/>
                <a:ea typeface="Nunito"/>
                <a:cs typeface="Nunito"/>
                <a:sym typeface="Nunito"/>
              </a:defRPr>
            </a:lvl5pPr>
            <a:lvl6pPr lvl="5" rtl="0">
              <a:buNone/>
              <a:defRPr sz="800" b="1">
                <a:solidFill>
                  <a:srgbClr val="434343"/>
                </a:solidFill>
                <a:latin typeface="Nunito"/>
                <a:ea typeface="Nunito"/>
                <a:cs typeface="Nunito"/>
                <a:sym typeface="Nunito"/>
              </a:defRPr>
            </a:lvl6pPr>
            <a:lvl7pPr lvl="6" rtl="0">
              <a:buNone/>
              <a:defRPr sz="800" b="1">
                <a:solidFill>
                  <a:srgbClr val="434343"/>
                </a:solidFill>
                <a:latin typeface="Nunito"/>
                <a:ea typeface="Nunito"/>
                <a:cs typeface="Nunito"/>
                <a:sym typeface="Nunito"/>
              </a:defRPr>
            </a:lvl7pPr>
            <a:lvl8pPr lvl="7" rtl="0">
              <a:buNone/>
              <a:defRPr sz="800" b="1">
                <a:solidFill>
                  <a:srgbClr val="434343"/>
                </a:solidFill>
                <a:latin typeface="Nunito"/>
                <a:ea typeface="Nunito"/>
                <a:cs typeface="Nunito"/>
                <a:sym typeface="Nunito"/>
              </a:defRPr>
            </a:lvl8pPr>
            <a:lvl9pPr lvl="8" rtl="0">
              <a:buNone/>
              <a:defRPr sz="800" b="1">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99"/>
        <p:cNvGrpSpPr/>
        <p:nvPr/>
      </p:nvGrpSpPr>
      <p:grpSpPr>
        <a:xfrm>
          <a:off x="0" y="0"/>
          <a:ext cx="0" cy="0"/>
          <a:chOff x="0" y="0"/>
          <a:chExt cx="0" cy="0"/>
        </a:xfrm>
      </p:grpSpPr>
      <p:sp>
        <p:nvSpPr>
          <p:cNvPr id="200" name="Google Shape;200;p46"/>
          <p:cNvSpPr txBox="1">
            <a:spLocks noGrp="1"/>
          </p:cNvSpPr>
          <p:nvPr>
            <p:ph type="sldNum" idx="12"/>
          </p:nvPr>
        </p:nvSpPr>
        <p:spPr>
          <a:xfrm>
            <a:off x="8832299" y="4946907"/>
            <a:ext cx="365400" cy="217200"/>
          </a:xfrm>
          <a:prstGeom prst="rect">
            <a:avLst/>
          </a:prstGeom>
        </p:spPr>
        <p:txBody>
          <a:bodyPr spcFirstLastPara="1" wrap="square" lIns="91425" tIns="91425" rIns="91425" bIns="91425" anchor="ctr" anchorCtr="0">
            <a:noAutofit/>
          </a:bodyPr>
          <a:lstStyle>
            <a:lvl1pPr lvl="0" rtl="0">
              <a:buNone/>
              <a:defRPr sz="800" b="1">
                <a:solidFill>
                  <a:srgbClr val="434343"/>
                </a:solidFill>
                <a:latin typeface="Nunito"/>
                <a:ea typeface="Nunito"/>
                <a:cs typeface="Nunito"/>
                <a:sym typeface="Nunito"/>
              </a:defRPr>
            </a:lvl1pPr>
            <a:lvl2pPr lvl="1" rtl="0">
              <a:buNone/>
              <a:defRPr sz="800" b="1">
                <a:solidFill>
                  <a:srgbClr val="434343"/>
                </a:solidFill>
                <a:latin typeface="Nunito"/>
                <a:ea typeface="Nunito"/>
                <a:cs typeface="Nunito"/>
                <a:sym typeface="Nunito"/>
              </a:defRPr>
            </a:lvl2pPr>
            <a:lvl3pPr lvl="2" rtl="0">
              <a:buNone/>
              <a:defRPr sz="800" b="1">
                <a:solidFill>
                  <a:srgbClr val="434343"/>
                </a:solidFill>
                <a:latin typeface="Nunito"/>
                <a:ea typeface="Nunito"/>
                <a:cs typeface="Nunito"/>
                <a:sym typeface="Nunito"/>
              </a:defRPr>
            </a:lvl3pPr>
            <a:lvl4pPr lvl="3" rtl="0">
              <a:buNone/>
              <a:defRPr sz="800" b="1">
                <a:solidFill>
                  <a:srgbClr val="434343"/>
                </a:solidFill>
                <a:latin typeface="Nunito"/>
                <a:ea typeface="Nunito"/>
                <a:cs typeface="Nunito"/>
                <a:sym typeface="Nunito"/>
              </a:defRPr>
            </a:lvl4pPr>
            <a:lvl5pPr lvl="4" rtl="0">
              <a:buNone/>
              <a:defRPr sz="800" b="1">
                <a:solidFill>
                  <a:srgbClr val="434343"/>
                </a:solidFill>
                <a:latin typeface="Nunito"/>
                <a:ea typeface="Nunito"/>
                <a:cs typeface="Nunito"/>
                <a:sym typeface="Nunito"/>
              </a:defRPr>
            </a:lvl5pPr>
            <a:lvl6pPr lvl="5" rtl="0">
              <a:buNone/>
              <a:defRPr sz="800" b="1">
                <a:solidFill>
                  <a:srgbClr val="434343"/>
                </a:solidFill>
                <a:latin typeface="Nunito"/>
                <a:ea typeface="Nunito"/>
                <a:cs typeface="Nunito"/>
                <a:sym typeface="Nunito"/>
              </a:defRPr>
            </a:lvl6pPr>
            <a:lvl7pPr lvl="6" rtl="0">
              <a:buNone/>
              <a:defRPr sz="800" b="1">
                <a:solidFill>
                  <a:srgbClr val="434343"/>
                </a:solidFill>
                <a:latin typeface="Nunito"/>
                <a:ea typeface="Nunito"/>
                <a:cs typeface="Nunito"/>
                <a:sym typeface="Nunito"/>
              </a:defRPr>
            </a:lvl7pPr>
            <a:lvl8pPr lvl="7" rtl="0">
              <a:buNone/>
              <a:defRPr sz="800" b="1">
                <a:solidFill>
                  <a:srgbClr val="434343"/>
                </a:solidFill>
                <a:latin typeface="Nunito"/>
                <a:ea typeface="Nunito"/>
                <a:cs typeface="Nunito"/>
                <a:sym typeface="Nunito"/>
              </a:defRPr>
            </a:lvl8pPr>
            <a:lvl9pPr lvl="8" rtl="0">
              <a:buNone/>
              <a:defRPr sz="800" b="1">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Blank 1">
  <p:cSld name="BLANK_1">
    <p:spTree>
      <p:nvGrpSpPr>
        <p:cNvPr id="1" name="Shape 201"/>
        <p:cNvGrpSpPr/>
        <p:nvPr/>
      </p:nvGrpSpPr>
      <p:grpSpPr>
        <a:xfrm>
          <a:off x="0" y="0"/>
          <a:ext cx="0" cy="0"/>
          <a:chOff x="0" y="0"/>
          <a:chExt cx="0" cy="0"/>
        </a:xfrm>
      </p:grpSpPr>
      <p:sp>
        <p:nvSpPr>
          <p:cNvPr id="202" name="Google Shape;202;p47"/>
          <p:cNvSpPr/>
          <p:nvPr/>
        </p:nvSpPr>
        <p:spPr>
          <a:xfrm>
            <a:off x="1" y="-335"/>
            <a:ext cx="9144600" cy="5143800"/>
          </a:xfrm>
          <a:prstGeom prst="rect">
            <a:avLst/>
          </a:prstGeom>
          <a:solidFill>
            <a:srgbClr val="0E39A9"/>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400" b="0" i="0" u="none" strike="noStrike" cap="none">
              <a:solidFill>
                <a:schemeClr val="dk1"/>
              </a:solidFill>
              <a:latin typeface="Calibri"/>
              <a:ea typeface="Calibri"/>
              <a:cs typeface="Calibri"/>
              <a:sym typeface="Calibri"/>
            </a:endParaRPr>
          </a:p>
        </p:txBody>
      </p:sp>
      <p:pic>
        <p:nvPicPr>
          <p:cNvPr id="203" name="Google Shape;203;p47" descr="A close up of a logo&#10;&#10;Description automatically generated"/>
          <p:cNvPicPr preferRelativeResize="0"/>
          <p:nvPr/>
        </p:nvPicPr>
        <p:blipFill rotWithShape="1">
          <a:blip r:embed="rId2">
            <a:alphaModFix/>
          </a:blip>
          <a:srcRect l="42816" t="18359" r="37297" b="19152"/>
          <a:stretch/>
        </p:blipFill>
        <p:spPr>
          <a:xfrm>
            <a:off x="6052536" y="514443"/>
            <a:ext cx="2095112" cy="3703320"/>
          </a:xfrm>
          <a:prstGeom prst="rect">
            <a:avLst/>
          </a:prstGeom>
          <a:noFill/>
          <a:ln>
            <a:noFill/>
          </a:ln>
        </p:spPr>
      </p:pic>
      <p:sp>
        <p:nvSpPr>
          <p:cNvPr id="204" name="Google Shape;204;p47"/>
          <p:cNvSpPr txBox="1">
            <a:spLocks noGrp="1"/>
          </p:cNvSpPr>
          <p:nvPr>
            <p:ph type="title"/>
          </p:nvPr>
        </p:nvSpPr>
        <p:spPr>
          <a:xfrm>
            <a:off x="70129" y="6703219"/>
            <a:ext cx="15008700" cy="697800"/>
          </a:xfrm>
          <a:prstGeom prst="rect">
            <a:avLst/>
          </a:prstGeom>
          <a:noFill/>
          <a:ln>
            <a:noFill/>
          </a:ln>
        </p:spPr>
        <p:txBody>
          <a:bodyPr spcFirstLastPara="1" wrap="square" lIns="0" tIns="12850" rIns="0" bIns="0" anchor="t" anchorCtr="0">
            <a:noAutofit/>
          </a:bodyPr>
          <a:lstStyle>
            <a:lvl1pPr marR="0" lvl="0" algn="l" rtl="0">
              <a:lnSpc>
                <a:spcPct val="100000"/>
              </a:lnSpc>
              <a:spcBef>
                <a:spcPts val="0"/>
              </a:spcBef>
              <a:spcAft>
                <a:spcPts val="0"/>
              </a:spcAft>
              <a:buSzPts val="2200"/>
              <a:buNone/>
              <a:defRPr sz="2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9pPr>
          </a:lstStyle>
          <a:p>
            <a:endParaRPr/>
          </a:p>
        </p:txBody>
      </p:sp>
      <p:sp>
        <p:nvSpPr>
          <p:cNvPr id="205" name="Google Shape;205;p47"/>
          <p:cNvSpPr txBox="1"/>
          <p:nvPr/>
        </p:nvSpPr>
        <p:spPr>
          <a:xfrm>
            <a:off x="334565" y="1676232"/>
            <a:ext cx="4372800" cy="1790700"/>
          </a:xfrm>
          <a:prstGeom prst="rect">
            <a:avLst/>
          </a:prstGeom>
          <a:noFill/>
          <a:ln>
            <a:noFill/>
          </a:ln>
        </p:spPr>
        <p:txBody>
          <a:bodyPr spcFirstLastPara="1" wrap="square" lIns="68575" tIns="34275" rIns="68575" bIns="34275" anchor="ctr" anchorCtr="0">
            <a:noAutofit/>
          </a:bodyPr>
          <a:lstStyle/>
          <a:p>
            <a:pPr marL="0" marR="0" lvl="0" indent="0" algn="l" rtl="0">
              <a:lnSpc>
                <a:spcPct val="90000"/>
              </a:lnSpc>
              <a:spcBef>
                <a:spcPts val="0"/>
              </a:spcBef>
              <a:spcAft>
                <a:spcPts val="0"/>
              </a:spcAft>
              <a:buClr>
                <a:schemeClr val="dk1"/>
              </a:buClr>
              <a:buSzPts val="4500"/>
              <a:buFont typeface="Calibri"/>
              <a:buNone/>
            </a:pPr>
            <a:r>
              <a:rPr lang="en" sz="3300" i="0" u="none" strike="noStrike" cap="none">
                <a:solidFill>
                  <a:schemeClr val="lt1"/>
                </a:solidFill>
                <a:latin typeface="Nunito ExtraBold"/>
                <a:ea typeface="Nunito ExtraBold"/>
                <a:cs typeface="Nunito ExtraBold"/>
                <a:sym typeface="Nunito ExtraBold"/>
              </a:rPr>
              <a:t>Happy Learning </a:t>
            </a:r>
            <a:r>
              <a:rPr lang="en" sz="3300">
                <a:solidFill>
                  <a:schemeClr val="lt1"/>
                </a:solidFill>
                <a:latin typeface="Nunito ExtraBold"/>
                <a:ea typeface="Nunito ExtraBold"/>
                <a:cs typeface="Nunito ExtraBold"/>
                <a:sym typeface="Nunito ExtraBold"/>
              </a:rPr>
              <a:t>!</a:t>
            </a:r>
            <a:endParaRPr sz="3300" i="0" u="none" strike="noStrike" cap="none">
              <a:solidFill>
                <a:schemeClr val="lt1"/>
              </a:solidFill>
              <a:latin typeface="Nunito ExtraBold"/>
              <a:ea typeface="Nunito ExtraBold"/>
              <a:cs typeface="Nunito ExtraBold"/>
              <a:sym typeface="Nunito ExtraBold"/>
            </a:endParaRPr>
          </a:p>
        </p:txBody>
      </p:sp>
      <p:pic>
        <p:nvPicPr>
          <p:cNvPr id="206" name="Google Shape;206;p47"/>
          <p:cNvPicPr preferRelativeResize="0"/>
          <p:nvPr/>
        </p:nvPicPr>
        <p:blipFill>
          <a:blip r:embed="rId3">
            <a:alphaModFix/>
          </a:blip>
          <a:stretch>
            <a:fillRect/>
          </a:stretch>
        </p:blipFill>
        <p:spPr>
          <a:xfrm>
            <a:off x="421875" y="769949"/>
            <a:ext cx="3071452" cy="1261275"/>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3" Type="http://schemas.openxmlformats.org/officeDocument/2006/relationships/slideLayout" Target="../slideLayouts/slideLayout14.xml"/><Relationship Id="rId21" Type="http://schemas.openxmlformats.org/officeDocument/2006/relationships/slideLayout" Target="../slideLayouts/slideLayout32.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image" Target="../media/image1.png"/><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slideLayout" Target="../slideLayouts/slideLayout31.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24" Type="http://schemas.openxmlformats.org/officeDocument/2006/relationships/theme" Target="../theme/theme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2.xml"/><Relationship Id="rId3" Type="http://schemas.openxmlformats.org/officeDocument/2006/relationships/slideLayout" Target="../slideLayouts/slideLayout37.xml"/><Relationship Id="rId7" Type="http://schemas.openxmlformats.org/officeDocument/2006/relationships/slideLayout" Target="../slideLayouts/slideLayout41.xml"/><Relationship Id="rId12" Type="http://schemas.openxmlformats.org/officeDocument/2006/relationships/image" Target="../media/image1.png"/><Relationship Id="rId2" Type="http://schemas.openxmlformats.org/officeDocument/2006/relationships/slideLayout" Target="../slideLayouts/slideLayout36.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theme" Target="../theme/theme3.xml"/><Relationship Id="rId5" Type="http://schemas.openxmlformats.org/officeDocument/2006/relationships/slideLayout" Target="../slideLayouts/slideLayout39.xml"/><Relationship Id="rId10" Type="http://schemas.openxmlformats.org/officeDocument/2006/relationships/slideLayout" Target="../slideLayouts/slideLayout44.xml"/><Relationship Id="rId4" Type="http://schemas.openxmlformats.org/officeDocument/2006/relationships/slideLayout" Target="../slideLayouts/slideLayout38.xml"/><Relationship Id="rId9" Type="http://schemas.openxmlformats.org/officeDocument/2006/relationships/slideLayout" Target="../slideLayouts/slideLayout4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rgbClr val="434343"/>
              </a:buClr>
              <a:buSzPts val="2200"/>
              <a:buFont typeface="Nunito"/>
              <a:buNone/>
              <a:defRPr sz="2200" b="1">
                <a:solidFill>
                  <a:srgbClr val="434343"/>
                </a:solidFill>
                <a:latin typeface="Nunito"/>
                <a:ea typeface="Nunito"/>
                <a:cs typeface="Nunito"/>
                <a:sym typeface="Nunito"/>
              </a:defRPr>
            </a:lvl1pPr>
            <a:lvl2pPr lvl="1" rtl="0">
              <a:spcBef>
                <a:spcPts val="0"/>
              </a:spcBef>
              <a:spcAft>
                <a:spcPts val="0"/>
              </a:spcAft>
              <a:buClr>
                <a:srgbClr val="434343"/>
              </a:buClr>
              <a:buSzPts val="2500"/>
              <a:buFont typeface="Nunito SemiBold"/>
              <a:buNone/>
              <a:defRPr sz="2500">
                <a:solidFill>
                  <a:srgbClr val="434343"/>
                </a:solidFill>
                <a:latin typeface="Nunito SemiBold"/>
                <a:ea typeface="Nunito SemiBold"/>
                <a:cs typeface="Nunito SemiBold"/>
                <a:sym typeface="Nunito SemiBold"/>
              </a:defRPr>
            </a:lvl2pPr>
            <a:lvl3pPr lvl="2" rtl="0">
              <a:spcBef>
                <a:spcPts val="0"/>
              </a:spcBef>
              <a:spcAft>
                <a:spcPts val="0"/>
              </a:spcAft>
              <a:buClr>
                <a:srgbClr val="434343"/>
              </a:buClr>
              <a:buSzPts val="2500"/>
              <a:buFont typeface="Nunito SemiBold"/>
              <a:buNone/>
              <a:defRPr sz="2500">
                <a:solidFill>
                  <a:srgbClr val="434343"/>
                </a:solidFill>
                <a:latin typeface="Nunito SemiBold"/>
                <a:ea typeface="Nunito SemiBold"/>
                <a:cs typeface="Nunito SemiBold"/>
                <a:sym typeface="Nunito SemiBold"/>
              </a:defRPr>
            </a:lvl3pPr>
            <a:lvl4pPr lvl="3" rtl="0">
              <a:spcBef>
                <a:spcPts val="0"/>
              </a:spcBef>
              <a:spcAft>
                <a:spcPts val="0"/>
              </a:spcAft>
              <a:buClr>
                <a:srgbClr val="434343"/>
              </a:buClr>
              <a:buSzPts val="2500"/>
              <a:buFont typeface="Nunito SemiBold"/>
              <a:buNone/>
              <a:defRPr sz="2500">
                <a:solidFill>
                  <a:srgbClr val="434343"/>
                </a:solidFill>
                <a:latin typeface="Nunito SemiBold"/>
                <a:ea typeface="Nunito SemiBold"/>
                <a:cs typeface="Nunito SemiBold"/>
                <a:sym typeface="Nunito SemiBold"/>
              </a:defRPr>
            </a:lvl4pPr>
            <a:lvl5pPr lvl="4" rtl="0">
              <a:spcBef>
                <a:spcPts val="0"/>
              </a:spcBef>
              <a:spcAft>
                <a:spcPts val="0"/>
              </a:spcAft>
              <a:buClr>
                <a:srgbClr val="434343"/>
              </a:buClr>
              <a:buSzPts val="2500"/>
              <a:buFont typeface="Nunito SemiBold"/>
              <a:buNone/>
              <a:defRPr sz="2500">
                <a:solidFill>
                  <a:srgbClr val="434343"/>
                </a:solidFill>
                <a:latin typeface="Nunito SemiBold"/>
                <a:ea typeface="Nunito SemiBold"/>
                <a:cs typeface="Nunito SemiBold"/>
                <a:sym typeface="Nunito SemiBold"/>
              </a:defRPr>
            </a:lvl5pPr>
            <a:lvl6pPr lvl="5" rtl="0">
              <a:spcBef>
                <a:spcPts val="0"/>
              </a:spcBef>
              <a:spcAft>
                <a:spcPts val="0"/>
              </a:spcAft>
              <a:buClr>
                <a:srgbClr val="434343"/>
              </a:buClr>
              <a:buSzPts val="2500"/>
              <a:buFont typeface="Nunito SemiBold"/>
              <a:buNone/>
              <a:defRPr sz="2500">
                <a:solidFill>
                  <a:srgbClr val="434343"/>
                </a:solidFill>
                <a:latin typeface="Nunito SemiBold"/>
                <a:ea typeface="Nunito SemiBold"/>
                <a:cs typeface="Nunito SemiBold"/>
                <a:sym typeface="Nunito SemiBold"/>
              </a:defRPr>
            </a:lvl6pPr>
            <a:lvl7pPr lvl="6" rtl="0">
              <a:spcBef>
                <a:spcPts val="0"/>
              </a:spcBef>
              <a:spcAft>
                <a:spcPts val="0"/>
              </a:spcAft>
              <a:buClr>
                <a:srgbClr val="434343"/>
              </a:buClr>
              <a:buSzPts val="2500"/>
              <a:buFont typeface="Nunito SemiBold"/>
              <a:buNone/>
              <a:defRPr sz="2500">
                <a:solidFill>
                  <a:srgbClr val="434343"/>
                </a:solidFill>
                <a:latin typeface="Nunito SemiBold"/>
                <a:ea typeface="Nunito SemiBold"/>
                <a:cs typeface="Nunito SemiBold"/>
                <a:sym typeface="Nunito SemiBold"/>
              </a:defRPr>
            </a:lvl7pPr>
            <a:lvl8pPr lvl="7" rtl="0">
              <a:spcBef>
                <a:spcPts val="0"/>
              </a:spcBef>
              <a:spcAft>
                <a:spcPts val="0"/>
              </a:spcAft>
              <a:buClr>
                <a:srgbClr val="434343"/>
              </a:buClr>
              <a:buSzPts val="2500"/>
              <a:buFont typeface="Nunito SemiBold"/>
              <a:buNone/>
              <a:defRPr sz="2500">
                <a:solidFill>
                  <a:srgbClr val="434343"/>
                </a:solidFill>
                <a:latin typeface="Nunito SemiBold"/>
                <a:ea typeface="Nunito SemiBold"/>
                <a:cs typeface="Nunito SemiBold"/>
                <a:sym typeface="Nunito SemiBold"/>
              </a:defRPr>
            </a:lvl8pPr>
            <a:lvl9pPr lvl="8" rtl="0">
              <a:spcBef>
                <a:spcPts val="0"/>
              </a:spcBef>
              <a:spcAft>
                <a:spcPts val="0"/>
              </a:spcAft>
              <a:buClr>
                <a:srgbClr val="434343"/>
              </a:buClr>
              <a:buSzPts val="2500"/>
              <a:buFont typeface="Nunito SemiBold"/>
              <a:buNone/>
              <a:defRPr sz="2500">
                <a:solidFill>
                  <a:srgbClr val="434343"/>
                </a:solidFill>
                <a:latin typeface="Nunito SemiBold"/>
                <a:ea typeface="Nunito SemiBold"/>
                <a:cs typeface="Nunito SemiBold"/>
                <a:sym typeface="Nunito SemiBold"/>
              </a:defRPr>
            </a:lvl9pPr>
          </a:lstStyle>
          <a:p>
            <a:endParaRPr/>
          </a:p>
        </p:txBody>
      </p:sp>
      <p:sp>
        <p:nvSpPr>
          <p:cNvPr id="52" name="Google Shape;52;p13"/>
          <p:cNvSpPr txBox="1">
            <a:spLocks noGrp="1"/>
          </p:cNvSpPr>
          <p:nvPr>
            <p:ph type="body" idx="1"/>
          </p:nvPr>
        </p:nvSpPr>
        <p:spPr>
          <a:xfrm>
            <a:off x="311700" y="861075"/>
            <a:ext cx="8520600" cy="3416400"/>
          </a:xfrm>
          <a:prstGeom prst="rect">
            <a:avLst/>
          </a:prstGeom>
          <a:noFill/>
          <a:ln>
            <a:noFill/>
          </a:ln>
        </p:spPr>
        <p:txBody>
          <a:bodyPr spcFirstLastPara="1" wrap="square" lIns="91425" tIns="91425" rIns="91425" bIns="91425" anchor="t" anchorCtr="0">
            <a:noAutofit/>
          </a:bodyPr>
          <a:lstStyle>
            <a:lvl1pPr marL="457200" lvl="0" indent="-323850" rtl="0">
              <a:lnSpc>
                <a:spcPct val="115000"/>
              </a:lnSpc>
              <a:spcBef>
                <a:spcPts val="0"/>
              </a:spcBef>
              <a:spcAft>
                <a:spcPts val="0"/>
              </a:spcAft>
              <a:buClr>
                <a:schemeClr val="dk2"/>
              </a:buClr>
              <a:buSzPts val="1500"/>
              <a:buFont typeface="Nunito"/>
              <a:buChar char="●"/>
              <a:defRPr sz="1500">
                <a:solidFill>
                  <a:schemeClr val="dk2"/>
                </a:solidFill>
                <a:latin typeface="Nunito"/>
                <a:ea typeface="Nunito"/>
                <a:cs typeface="Nunito"/>
                <a:sym typeface="Nunito"/>
              </a:defRPr>
            </a:lvl1pPr>
            <a:lvl2pPr marL="914400" lvl="1" indent="-311150" rtl="0">
              <a:lnSpc>
                <a:spcPct val="115000"/>
              </a:lnSpc>
              <a:spcBef>
                <a:spcPts val="1600"/>
              </a:spcBef>
              <a:spcAft>
                <a:spcPts val="0"/>
              </a:spcAft>
              <a:buClr>
                <a:schemeClr val="dk2"/>
              </a:buClr>
              <a:buSzPts val="1300"/>
              <a:buFont typeface="Nunito"/>
              <a:buChar char="○"/>
              <a:defRPr sz="1300">
                <a:solidFill>
                  <a:schemeClr val="dk2"/>
                </a:solidFill>
                <a:latin typeface="Nunito"/>
                <a:ea typeface="Nunito"/>
                <a:cs typeface="Nunito"/>
                <a:sym typeface="Nunito"/>
              </a:defRPr>
            </a:lvl2pPr>
            <a:lvl3pPr marL="1371600" lvl="2" indent="-304800" rtl="0">
              <a:lnSpc>
                <a:spcPct val="115000"/>
              </a:lnSpc>
              <a:spcBef>
                <a:spcPts val="1600"/>
              </a:spcBef>
              <a:spcAft>
                <a:spcPts val="0"/>
              </a:spcAft>
              <a:buClr>
                <a:schemeClr val="dk2"/>
              </a:buClr>
              <a:buSzPts val="1200"/>
              <a:buFont typeface="Nunito"/>
              <a:buChar char="■"/>
              <a:defRPr sz="1200">
                <a:solidFill>
                  <a:schemeClr val="dk2"/>
                </a:solidFill>
                <a:latin typeface="Nunito"/>
                <a:ea typeface="Nunito"/>
                <a:cs typeface="Nunito"/>
                <a:sym typeface="Nunito"/>
              </a:defRPr>
            </a:lvl3pPr>
            <a:lvl4pPr marL="1828800" lvl="3" indent="-298450" rtl="0">
              <a:lnSpc>
                <a:spcPct val="115000"/>
              </a:lnSpc>
              <a:spcBef>
                <a:spcPts val="1600"/>
              </a:spcBef>
              <a:spcAft>
                <a:spcPts val="0"/>
              </a:spcAft>
              <a:buClr>
                <a:schemeClr val="dk2"/>
              </a:buClr>
              <a:buSzPts val="1100"/>
              <a:buFont typeface="Nunito"/>
              <a:buChar char="●"/>
              <a:defRPr sz="1100">
                <a:solidFill>
                  <a:schemeClr val="dk2"/>
                </a:solidFill>
                <a:latin typeface="Nunito"/>
                <a:ea typeface="Nunito"/>
                <a:cs typeface="Nunito"/>
                <a:sym typeface="Nunito"/>
              </a:defRPr>
            </a:lvl4pPr>
            <a:lvl5pPr marL="2286000" lvl="4" indent="-292100" rtl="0">
              <a:lnSpc>
                <a:spcPct val="115000"/>
              </a:lnSpc>
              <a:spcBef>
                <a:spcPts val="1600"/>
              </a:spcBef>
              <a:spcAft>
                <a:spcPts val="0"/>
              </a:spcAft>
              <a:buClr>
                <a:schemeClr val="dk2"/>
              </a:buClr>
              <a:buSzPts val="1000"/>
              <a:buFont typeface="Nunito"/>
              <a:buChar char="○"/>
              <a:defRPr sz="1000">
                <a:solidFill>
                  <a:schemeClr val="dk2"/>
                </a:solidFill>
                <a:latin typeface="Nunito"/>
                <a:ea typeface="Nunito"/>
                <a:cs typeface="Nunito"/>
                <a:sym typeface="Nunito"/>
              </a:defRPr>
            </a:lvl5pPr>
            <a:lvl6pPr marL="2743200" lvl="5" indent="-285750" rtl="0">
              <a:lnSpc>
                <a:spcPct val="115000"/>
              </a:lnSpc>
              <a:spcBef>
                <a:spcPts val="1600"/>
              </a:spcBef>
              <a:spcAft>
                <a:spcPts val="0"/>
              </a:spcAft>
              <a:buClr>
                <a:schemeClr val="dk2"/>
              </a:buClr>
              <a:buSzPts val="900"/>
              <a:buFont typeface="Nunito"/>
              <a:buChar char="■"/>
              <a:defRPr sz="900">
                <a:solidFill>
                  <a:schemeClr val="dk2"/>
                </a:solidFill>
                <a:latin typeface="Nunito"/>
                <a:ea typeface="Nunito"/>
                <a:cs typeface="Nunito"/>
                <a:sym typeface="Nunito"/>
              </a:defRPr>
            </a:lvl6pPr>
            <a:lvl7pPr marL="3200400" lvl="6" indent="-279400" rtl="0">
              <a:lnSpc>
                <a:spcPct val="115000"/>
              </a:lnSpc>
              <a:spcBef>
                <a:spcPts val="1600"/>
              </a:spcBef>
              <a:spcAft>
                <a:spcPts val="0"/>
              </a:spcAft>
              <a:buClr>
                <a:schemeClr val="dk2"/>
              </a:buClr>
              <a:buSzPts val="800"/>
              <a:buFont typeface="Nunito"/>
              <a:buChar char="●"/>
              <a:defRPr sz="800">
                <a:solidFill>
                  <a:schemeClr val="dk2"/>
                </a:solidFill>
                <a:latin typeface="Nunito"/>
                <a:ea typeface="Nunito"/>
                <a:cs typeface="Nunito"/>
                <a:sym typeface="Nunito"/>
              </a:defRPr>
            </a:lvl7pPr>
            <a:lvl8pPr marL="3657600" lvl="7" indent="-273050" rtl="0">
              <a:lnSpc>
                <a:spcPct val="115000"/>
              </a:lnSpc>
              <a:spcBef>
                <a:spcPts val="1600"/>
              </a:spcBef>
              <a:spcAft>
                <a:spcPts val="0"/>
              </a:spcAft>
              <a:buClr>
                <a:schemeClr val="dk2"/>
              </a:buClr>
              <a:buSzPts val="700"/>
              <a:buFont typeface="Nunito"/>
              <a:buChar char="○"/>
              <a:defRPr sz="700">
                <a:solidFill>
                  <a:schemeClr val="dk2"/>
                </a:solidFill>
                <a:latin typeface="Nunito"/>
                <a:ea typeface="Nunito"/>
                <a:cs typeface="Nunito"/>
                <a:sym typeface="Nunito"/>
              </a:defRPr>
            </a:lvl8pPr>
            <a:lvl9pPr marL="4114800" lvl="8" indent="-266700" rtl="0">
              <a:lnSpc>
                <a:spcPct val="115000"/>
              </a:lnSpc>
              <a:spcBef>
                <a:spcPts val="1600"/>
              </a:spcBef>
              <a:spcAft>
                <a:spcPts val="1600"/>
              </a:spcAft>
              <a:buClr>
                <a:schemeClr val="dk2"/>
              </a:buClr>
              <a:buSzPts val="600"/>
              <a:buFont typeface="Nunito"/>
              <a:buChar char="■"/>
              <a:defRPr sz="600">
                <a:solidFill>
                  <a:schemeClr val="dk2"/>
                </a:solidFill>
                <a:latin typeface="Nunito"/>
                <a:ea typeface="Nunito"/>
                <a:cs typeface="Nunito"/>
                <a:sym typeface="Nunito"/>
              </a:defRPr>
            </a:lvl9pPr>
          </a:lstStyle>
          <a:p>
            <a:endParaRPr/>
          </a:p>
        </p:txBody>
      </p:sp>
      <p:sp>
        <p:nvSpPr>
          <p:cNvPr id="53" name="Google Shape;53;p13"/>
          <p:cNvSpPr txBox="1"/>
          <p:nvPr/>
        </p:nvSpPr>
        <p:spPr>
          <a:xfrm>
            <a:off x="2234400" y="4917657"/>
            <a:ext cx="4675200" cy="275700"/>
          </a:xfrm>
          <a:prstGeom prst="rect">
            <a:avLst/>
          </a:prstGeom>
          <a:noFill/>
          <a:ln>
            <a:noFill/>
          </a:ln>
        </p:spPr>
        <p:txBody>
          <a:bodyPr spcFirstLastPara="1" wrap="square" lIns="91425" tIns="91425" rIns="91425" bIns="91425" anchor="t" anchorCtr="0">
            <a:noAutofit/>
          </a:bodyPr>
          <a:lstStyle/>
          <a:p>
            <a:pPr marL="12700" lvl="0" indent="0" algn="ctr" rtl="0">
              <a:lnSpc>
                <a:spcPct val="102500"/>
              </a:lnSpc>
              <a:spcBef>
                <a:spcPts val="0"/>
              </a:spcBef>
              <a:spcAft>
                <a:spcPts val="0"/>
              </a:spcAft>
              <a:buNone/>
            </a:pPr>
            <a:r>
              <a:rPr lang="en" sz="700" b="1">
                <a:solidFill>
                  <a:srgbClr val="434343"/>
                </a:solidFill>
                <a:latin typeface="Nunito"/>
                <a:ea typeface="Nunito"/>
                <a:cs typeface="Nunito"/>
                <a:sym typeface="Nunito"/>
              </a:rPr>
              <a:t>Proprietary content. © Great Learning. All Rights Reserved. Unauthorized use or distribution prohibited.</a:t>
            </a:r>
            <a:endParaRPr sz="700" b="1">
              <a:solidFill>
                <a:srgbClr val="434343"/>
              </a:solidFill>
              <a:latin typeface="Nunito"/>
              <a:ea typeface="Nunito"/>
              <a:cs typeface="Nunito"/>
              <a:sym typeface="Nunito"/>
            </a:endParaRPr>
          </a:p>
        </p:txBody>
      </p:sp>
      <p:sp>
        <p:nvSpPr>
          <p:cNvPr id="54" name="Google Shape;54;p13"/>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lvl="0" algn="ctr" rtl="0">
              <a:buNone/>
              <a:defRPr sz="800" b="1">
                <a:solidFill>
                  <a:srgbClr val="434343"/>
                </a:solidFill>
                <a:latin typeface="Nunito"/>
                <a:ea typeface="Nunito"/>
                <a:cs typeface="Nunito"/>
                <a:sym typeface="Nunito"/>
              </a:defRPr>
            </a:lvl1pPr>
            <a:lvl2pPr lvl="1" algn="ctr" rtl="0">
              <a:buNone/>
              <a:defRPr sz="800" b="1">
                <a:solidFill>
                  <a:srgbClr val="434343"/>
                </a:solidFill>
                <a:latin typeface="Nunito"/>
                <a:ea typeface="Nunito"/>
                <a:cs typeface="Nunito"/>
                <a:sym typeface="Nunito"/>
              </a:defRPr>
            </a:lvl2pPr>
            <a:lvl3pPr lvl="2" algn="ctr" rtl="0">
              <a:buNone/>
              <a:defRPr sz="800" b="1">
                <a:solidFill>
                  <a:srgbClr val="434343"/>
                </a:solidFill>
                <a:latin typeface="Nunito"/>
                <a:ea typeface="Nunito"/>
                <a:cs typeface="Nunito"/>
                <a:sym typeface="Nunito"/>
              </a:defRPr>
            </a:lvl3pPr>
            <a:lvl4pPr lvl="3" algn="ctr" rtl="0">
              <a:buNone/>
              <a:defRPr sz="800" b="1">
                <a:solidFill>
                  <a:srgbClr val="434343"/>
                </a:solidFill>
                <a:latin typeface="Nunito"/>
                <a:ea typeface="Nunito"/>
                <a:cs typeface="Nunito"/>
                <a:sym typeface="Nunito"/>
              </a:defRPr>
            </a:lvl4pPr>
            <a:lvl5pPr lvl="4" algn="ctr" rtl="0">
              <a:buNone/>
              <a:defRPr sz="800" b="1">
                <a:solidFill>
                  <a:srgbClr val="434343"/>
                </a:solidFill>
                <a:latin typeface="Nunito"/>
                <a:ea typeface="Nunito"/>
                <a:cs typeface="Nunito"/>
                <a:sym typeface="Nunito"/>
              </a:defRPr>
            </a:lvl5pPr>
            <a:lvl6pPr lvl="5" algn="ctr" rtl="0">
              <a:buNone/>
              <a:defRPr sz="800" b="1">
                <a:solidFill>
                  <a:srgbClr val="434343"/>
                </a:solidFill>
                <a:latin typeface="Nunito"/>
                <a:ea typeface="Nunito"/>
                <a:cs typeface="Nunito"/>
                <a:sym typeface="Nunito"/>
              </a:defRPr>
            </a:lvl6pPr>
            <a:lvl7pPr lvl="6" algn="ctr" rtl="0">
              <a:buNone/>
              <a:defRPr sz="800" b="1">
                <a:solidFill>
                  <a:srgbClr val="434343"/>
                </a:solidFill>
                <a:latin typeface="Nunito"/>
                <a:ea typeface="Nunito"/>
                <a:cs typeface="Nunito"/>
                <a:sym typeface="Nunito"/>
              </a:defRPr>
            </a:lvl7pPr>
            <a:lvl8pPr lvl="7" algn="ctr" rtl="0">
              <a:buNone/>
              <a:defRPr sz="800" b="1">
                <a:solidFill>
                  <a:srgbClr val="434343"/>
                </a:solidFill>
                <a:latin typeface="Nunito"/>
                <a:ea typeface="Nunito"/>
                <a:cs typeface="Nunito"/>
                <a:sym typeface="Nunito"/>
              </a:defRPr>
            </a:lvl8pPr>
            <a:lvl9pPr lvl="8" algn="ctr" rtl="0">
              <a:buNone/>
              <a:defRPr sz="800" b="1">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pic>
        <p:nvPicPr>
          <p:cNvPr id="55" name="Google Shape;55;p13"/>
          <p:cNvPicPr preferRelativeResize="0"/>
          <p:nvPr/>
        </p:nvPicPr>
        <p:blipFill>
          <a:blip r:embed="rId25">
            <a:alphaModFix/>
          </a:blip>
          <a:stretch>
            <a:fillRect/>
          </a:stretch>
        </p:blipFill>
        <p:spPr>
          <a:xfrm>
            <a:off x="7669500" y="68264"/>
            <a:ext cx="1395476" cy="572701"/>
          </a:xfrm>
          <a:prstGeom prst="rect">
            <a:avLst/>
          </a:prstGeom>
          <a:noFill/>
          <a:ln>
            <a:noFill/>
          </a:ln>
        </p:spPr>
      </p:pic>
      <p:grpSp>
        <p:nvGrpSpPr>
          <p:cNvPr id="56" name="Google Shape;56;p13"/>
          <p:cNvGrpSpPr/>
          <p:nvPr/>
        </p:nvGrpSpPr>
        <p:grpSpPr>
          <a:xfrm>
            <a:off x="6593" y="10"/>
            <a:ext cx="175500" cy="709221"/>
            <a:chOff x="6593" y="10"/>
            <a:chExt cx="175500" cy="709221"/>
          </a:xfrm>
        </p:grpSpPr>
        <p:sp>
          <p:nvSpPr>
            <p:cNvPr id="57" name="Google Shape;57;p13"/>
            <p:cNvSpPr/>
            <p:nvPr/>
          </p:nvSpPr>
          <p:spPr>
            <a:xfrm>
              <a:off x="6593" y="10"/>
              <a:ext cx="175500" cy="355500"/>
            </a:xfrm>
            <a:prstGeom prst="rect">
              <a:avLst/>
            </a:prstGeom>
            <a:solidFill>
              <a:srgbClr val="0E39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13"/>
            <p:cNvSpPr/>
            <p:nvPr/>
          </p:nvSpPr>
          <p:spPr>
            <a:xfrm>
              <a:off x="6593" y="353731"/>
              <a:ext cx="175500" cy="355500"/>
            </a:xfrm>
            <a:prstGeom prst="rect">
              <a:avLst/>
            </a:prstGeom>
            <a:solidFill>
              <a:srgbClr val="1974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159"/>
        <p:cNvGrpSpPr/>
        <p:nvPr/>
      </p:nvGrpSpPr>
      <p:grpSpPr>
        <a:xfrm>
          <a:off x="0" y="0"/>
          <a:ext cx="0" cy="0"/>
          <a:chOff x="0" y="0"/>
          <a:chExt cx="0" cy="0"/>
        </a:xfrm>
      </p:grpSpPr>
      <p:sp>
        <p:nvSpPr>
          <p:cNvPr id="160" name="Google Shape;160;p37"/>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rgbClr val="434343"/>
              </a:buClr>
              <a:buSzPts val="2200"/>
              <a:buFont typeface="Nunito"/>
              <a:buNone/>
              <a:defRPr sz="2200" b="1">
                <a:solidFill>
                  <a:srgbClr val="434343"/>
                </a:solidFill>
                <a:latin typeface="Nunito"/>
                <a:ea typeface="Nunito"/>
                <a:cs typeface="Nunito"/>
                <a:sym typeface="Nunito"/>
              </a:defRPr>
            </a:lvl1pPr>
            <a:lvl2pPr lvl="1" rtl="0">
              <a:spcBef>
                <a:spcPts val="0"/>
              </a:spcBef>
              <a:spcAft>
                <a:spcPts val="0"/>
              </a:spcAft>
              <a:buClr>
                <a:srgbClr val="434343"/>
              </a:buClr>
              <a:buSzPts val="2500"/>
              <a:buFont typeface="Nunito SemiBold"/>
              <a:buNone/>
              <a:defRPr sz="2500">
                <a:solidFill>
                  <a:srgbClr val="434343"/>
                </a:solidFill>
                <a:latin typeface="Nunito SemiBold"/>
                <a:ea typeface="Nunito SemiBold"/>
                <a:cs typeface="Nunito SemiBold"/>
                <a:sym typeface="Nunito SemiBold"/>
              </a:defRPr>
            </a:lvl2pPr>
            <a:lvl3pPr lvl="2" rtl="0">
              <a:spcBef>
                <a:spcPts val="0"/>
              </a:spcBef>
              <a:spcAft>
                <a:spcPts val="0"/>
              </a:spcAft>
              <a:buClr>
                <a:srgbClr val="434343"/>
              </a:buClr>
              <a:buSzPts val="2500"/>
              <a:buFont typeface="Nunito SemiBold"/>
              <a:buNone/>
              <a:defRPr sz="2500">
                <a:solidFill>
                  <a:srgbClr val="434343"/>
                </a:solidFill>
                <a:latin typeface="Nunito SemiBold"/>
                <a:ea typeface="Nunito SemiBold"/>
                <a:cs typeface="Nunito SemiBold"/>
                <a:sym typeface="Nunito SemiBold"/>
              </a:defRPr>
            </a:lvl3pPr>
            <a:lvl4pPr lvl="3" rtl="0">
              <a:spcBef>
                <a:spcPts val="0"/>
              </a:spcBef>
              <a:spcAft>
                <a:spcPts val="0"/>
              </a:spcAft>
              <a:buClr>
                <a:srgbClr val="434343"/>
              </a:buClr>
              <a:buSzPts val="2500"/>
              <a:buFont typeface="Nunito SemiBold"/>
              <a:buNone/>
              <a:defRPr sz="2500">
                <a:solidFill>
                  <a:srgbClr val="434343"/>
                </a:solidFill>
                <a:latin typeface="Nunito SemiBold"/>
                <a:ea typeface="Nunito SemiBold"/>
                <a:cs typeface="Nunito SemiBold"/>
                <a:sym typeface="Nunito SemiBold"/>
              </a:defRPr>
            </a:lvl4pPr>
            <a:lvl5pPr lvl="4" rtl="0">
              <a:spcBef>
                <a:spcPts val="0"/>
              </a:spcBef>
              <a:spcAft>
                <a:spcPts val="0"/>
              </a:spcAft>
              <a:buClr>
                <a:srgbClr val="434343"/>
              </a:buClr>
              <a:buSzPts val="2500"/>
              <a:buFont typeface="Nunito SemiBold"/>
              <a:buNone/>
              <a:defRPr sz="2500">
                <a:solidFill>
                  <a:srgbClr val="434343"/>
                </a:solidFill>
                <a:latin typeface="Nunito SemiBold"/>
                <a:ea typeface="Nunito SemiBold"/>
                <a:cs typeface="Nunito SemiBold"/>
                <a:sym typeface="Nunito SemiBold"/>
              </a:defRPr>
            </a:lvl5pPr>
            <a:lvl6pPr lvl="5" rtl="0">
              <a:spcBef>
                <a:spcPts val="0"/>
              </a:spcBef>
              <a:spcAft>
                <a:spcPts val="0"/>
              </a:spcAft>
              <a:buClr>
                <a:srgbClr val="434343"/>
              </a:buClr>
              <a:buSzPts val="2500"/>
              <a:buFont typeface="Nunito SemiBold"/>
              <a:buNone/>
              <a:defRPr sz="2500">
                <a:solidFill>
                  <a:srgbClr val="434343"/>
                </a:solidFill>
                <a:latin typeface="Nunito SemiBold"/>
                <a:ea typeface="Nunito SemiBold"/>
                <a:cs typeface="Nunito SemiBold"/>
                <a:sym typeface="Nunito SemiBold"/>
              </a:defRPr>
            </a:lvl6pPr>
            <a:lvl7pPr lvl="6" rtl="0">
              <a:spcBef>
                <a:spcPts val="0"/>
              </a:spcBef>
              <a:spcAft>
                <a:spcPts val="0"/>
              </a:spcAft>
              <a:buClr>
                <a:srgbClr val="434343"/>
              </a:buClr>
              <a:buSzPts val="2500"/>
              <a:buFont typeface="Nunito SemiBold"/>
              <a:buNone/>
              <a:defRPr sz="2500">
                <a:solidFill>
                  <a:srgbClr val="434343"/>
                </a:solidFill>
                <a:latin typeface="Nunito SemiBold"/>
                <a:ea typeface="Nunito SemiBold"/>
                <a:cs typeface="Nunito SemiBold"/>
                <a:sym typeface="Nunito SemiBold"/>
              </a:defRPr>
            </a:lvl7pPr>
            <a:lvl8pPr lvl="7" rtl="0">
              <a:spcBef>
                <a:spcPts val="0"/>
              </a:spcBef>
              <a:spcAft>
                <a:spcPts val="0"/>
              </a:spcAft>
              <a:buClr>
                <a:srgbClr val="434343"/>
              </a:buClr>
              <a:buSzPts val="2500"/>
              <a:buFont typeface="Nunito SemiBold"/>
              <a:buNone/>
              <a:defRPr sz="2500">
                <a:solidFill>
                  <a:srgbClr val="434343"/>
                </a:solidFill>
                <a:latin typeface="Nunito SemiBold"/>
                <a:ea typeface="Nunito SemiBold"/>
                <a:cs typeface="Nunito SemiBold"/>
                <a:sym typeface="Nunito SemiBold"/>
              </a:defRPr>
            </a:lvl8pPr>
            <a:lvl9pPr lvl="8" rtl="0">
              <a:spcBef>
                <a:spcPts val="0"/>
              </a:spcBef>
              <a:spcAft>
                <a:spcPts val="0"/>
              </a:spcAft>
              <a:buClr>
                <a:srgbClr val="434343"/>
              </a:buClr>
              <a:buSzPts val="2500"/>
              <a:buFont typeface="Nunito SemiBold"/>
              <a:buNone/>
              <a:defRPr sz="2500">
                <a:solidFill>
                  <a:srgbClr val="434343"/>
                </a:solidFill>
                <a:latin typeface="Nunito SemiBold"/>
                <a:ea typeface="Nunito SemiBold"/>
                <a:cs typeface="Nunito SemiBold"/>
                <a:sym typeface="Nunito SemiBold"/>
              </a:defRPr>
            </a:lvl9pPr>
          </a:lstStyle>
          <a:p>
            <a:endParaRPr/>
          </a:p>
        </p:txBody>
      </p:sp>
      <p:sp>
        <p:nvSpPr>
          <p:cNvPr id="161" name="Google Shape;161;p37"/>
          <p:cNvSpPr txBox="1">
            <a:spLocks noGrp="1"/>
          </p:cNvSpPr>
          <p:nvPr>
            <p:ph type="body" idx="1"/>
          </p:nvPr>
        </p:nvSpPr>
        <p:spPr>
          <a:xfrm>
            <a:off x="311700" y="861075"/>
            <a:ext cx="8520600" cy="3416400"/>
          </a:xfrm>
          <a:prstGeom prst="rect">
            <a:avLst/>
          </a:prstGeom>
          <a:noFill/>
          <a:ln>
            <a:noFill/>
          </a:ln>
        </p:spPr>
        <p:txBody>
          <a:bodyPr spcFirstLastPara="1" wrap="square" lIns="91425" tIns="91425" rIns="91425" bIns="91425" anchor="t" anchorCtr="0">
            <a:noAutofit/>
          </a:bodyPr>
          <a:lstStyle>
            <a:lvl1pPr marL="457200" lvl="0" indent="-323850" rtl="0">
              <a:lnSpc>
                <a:spcPct val="115000"/>
              </a:lnSpc>
              <a:spcBef>
                <a:spcPts val="0"/>
              </a:spcBef>
              <a:spcAft>
                <a:spcPts val="0"/>
              </a:spcAft>
              <a:buClr>
                <a:schemeClr val="dk2"/>
              </a:buClr>
              <a:buSzPts val="1500"/>
              <a:buFont typeface="Nunito"/>
              <a:buChar char="●"/>
              <a:defRPr sz="1500">
                <a:solidFill>
                  <a:schemeClr val="dk2"/>
                </a:solidFill>
                <a:latin typeface="Nunito"/>
                <a:ea typeface="Nunito"/>
                <a:cs typeface="Nunito"/>
                <a:sym typeface="Nunito"/>
              </a:defRPr>
            </a:lvl1pPr>
            <a:lvl2pPr marL="914400" lvl="1" indent="-311150" rtl="0">
              <a:lnSpc>
                <a:spcPct val="115000"/>
              </a:lnSpc>
              <a:spcBef>
                <a:spcPts val="1600"/>
              </a:spcBef>
              <a:spcAft>
                <a:spcPts val="0"/>
              </a:spcAft>
              <a:buClr>
                <a:schemeClr val="dk2"/>
              </a:buClr>
              <a:buSzPts val="1300"/>
              <a:buFont typeface="Nunito"/>
              <a:buChar char="○"/>
              <a:defRPr sz="1300">
                <a:solidFill>
                  <a:schemeClr val="dk2"/>
                </a:solidFill>
                <a:latin typeface="Nunito"/>
                <a:ea typeface="Nunito"/>
                <a:cs typeface="Nunito"/>
                <a:sym typeface="Nunito"/>
              </a:defRPr>
            </a:lvl2pPr>
            <a:lvl3pPr marL="1371600" lvl="2" indent="-304800" rtl="0">
              <a:lnSpc>
                <a:spcPct val="115000"/>
              </a:lnSpc>
              <a:spcBef>
                <a:spcPts val="1600"/>
              </a:spcBef>
              <a:spcAft>
                <a:spcPts val="0"/>
              </a:spcAft>
              <a:buClr>
                <a:schemeClr val="dk2"/>
              </a:buClr>
              <a:buSzPts val="1200"/>
              <a:buFont typeface="Nunito"/>
              <a:buChar char="■"/>
              <a:defRPr sz="1200">
                <a:solidFill>
                  <a:schemeClr val="dk2"/>
                </a:solidFill>
                <a:latin typeface="Nunito"/>
                <a:ea typeface="Nunito"/>
                <a:cs typeface="Nunito"/>
                <a:sym typeface="Nunito"/>
              </a:defRPr>
            </a:lvl3pPr>
            <a:lvl4pPr marL="1828800" lvl="3" indent="-298450" rtl="0">
              <a:lnSpc>
                <a:spcPct val="115000"/>
              </a:lnSpc>
              <a:spcBef>
                <a:spcPts val="1600"/>
              </a:spcBef>
              <a:spcAft>
                <a:spcPts val="0"/>
              </a:spcAft>
              <a:buClr>
                <a:schemeClr val="dk2"/>
              </a:buClr>
              <a:buSzPts val="1100"/>
              <a:buFont typeface="Nunito"/>
              <a:buChar char="●"/>
              <a:defRPr sz="1100">
                <a:solidFill>
                  <a:schemeClr val="dk2"/>
                </a:solidFill>
                <a:latin typeface="Nunito"/>
                <a:ea typeface="Nunito"/>
                <a:cs typeface="Nunito"/>
                <a:sym typeface="Nunito"/>
              </a:defRPr>
            </a:lvl4pPr>
            <a:lvl5pPr marL="2286000" lvl="4" indent="-292100" rtl="0">
              <a:lnSpc>
                <a:spcPct val="115000"/>
              </a:lnSpc>
              <a:spcBef>
                <a:spcPts val="1600"/>
              </a:spcBef>
              <a:spcAft>
                <a:spcPts val="0"/>
              </a:spcAft>
              <a:buClr>
                <a:schemeClr val="dk2"/>
              </a:buClr>
              <a:buSzPts val="1000"/>
              <a:buFont typeface="Nunito"/>
              <a:buChar char="○"/>
              <a:defRPr sz="1000">
                <a:solidFill>
                  <a:schemeClr val="dk2"/>
                </a:solidFill>
                <a:latin typeface="Nunito"/>
                <a:ea typeface="Nunito"/>
                <a:cs typeface="Nunito"/>
                <a:sym typeface="Nunito"/>
              </a:defRPr>
            </a:lvl5pPr>
            <a:lvl6pPr marL="2743200" lvl="5" indent="-285750" rtl="0">
              <a:lnSpc>
                <a:spcPct val="115000"/>
              </a:lnSpc>
              <a:spcBef>
                <a:spcPts val="1600"/>
              </a:spcBef>
              <a:spcAft>
                <a:spcPts val="0"/>
              </a:spcAft>
              <a:buClr>
                <a:schemeClr val="dk2"/>
              </a:buClr>
              <a:buSzPts val="900"/>
              <a:buFont typeface="Nunito"/>
              <a:buChar char="■"/>
              <a:defRPr sz="900">
                <a:solidFill>
                  <a:schemeClr val="dk2"/>
                </a:solidFill>
                <a:latin typeface="Nunito"/>
                <a:ea typeface="Nunito"/>
                <a:cs typeface="Nunito"/>
                <a:sym typeface="Nunito"/>
              </a:defRPr>
            </a:lvl6pPr>
            <a:lvl7pPr marL="3200400" lvl="6" indent="-279400" rtl="0">
              <a:lnSpc>
                <a:spcPct val="115000"/>
              </a:lnSpc>
              <a:spcBef>
                <a:spcPts val="1600"/>
              </a:spcBef>
              <a:spcAft>
                <a:spcPts val="0"/>
              </a:spcAft>
              <a:buClr>
                <a:schemeClr val="dk2"/>
              </a:buClr>
              <a:buSzPts val="800"/>
              <a:buFont typeface="Nunito"/>
              <a:buChar char="●"/>
              <a:defRPr sz="800">
                <a:solidFill>
                  <a:schemeClr val="dk2"/>
                </a:solidFill>
                <a:latin typeface="Nunito"/>
                <a:ea typeface="Nunito"/>
                <a:cs typeface="Nunito"/>
                <a:sym typeface="Nunito"/>
              </a:defRPr>
            </a:lvl7pPr>
            <a:lvl8pPr marL="3657600" lvl="7" indent="-273050" rtl="0">
              <a:lnSpc>
                <a:spcPct val="115000"/>
              </a:lnSpc>
              <a:spcBef>
                <a:spcPts val="1600"/>
              </a:spcBef>
              <a:spcAft>
                <a:spcPts val="0"/>
              </a:spcAft>
              <a:buClr>
                <a:schemeClr val="dk2"/>
              </a:buClr>
              <a:buSzPts val="700"/>
              <a:buFont typeface="Nunito"/>
              <a:buChar char="○"/>
              <a:defRPr sz="700">
                <a:solidFill>
                  <a:schemeClr val="dk2"/>
                </a:solidFill>
                <a:latin typeface="Nunito"/>
                <a:ea typeface="Nunito"/>
                <a:cs typeface="Nunito"/>
                <a:sym typeface="Nunito"/>
              </a:defRPr>
            </a:lvl8pPr>
            <a:lvl9pPr marL="4114800" lvl="8" indent="-266700" rtl="0">
              <a:lnSpc>
                <a:spcPct val="115000"/>
              </a:lnSpc>
              <a:spcBef>
                <a:spcPts val="1600"/>
              </a:spcBef>
              <a:spcAft>
                <a:spcPts val="1600"/>
              </a:spcAft>
              <a:buClr>
                <a:schemeClr val="dk2"/>
              </a:buClr>
              <a:buSzPts val="600"/>
              <a:buFont typeface="Nunito"/>
              <a:buChar char="■"/>
              <a:defRPr sz="600">
                <a:solidFill>
                  <a:schemeClr val="dk2"/>
                </a:solidFill>
                <a:latin typeface="Nunito"/>
                <a:ea typeface="Nunito"/>
                <a:cs typeface="Nunito"/>
                <a:sym typeface="Nunito"/>
              </a:defRPr>
            </a:lvl9pPr>
          </a:lstStyle>
          <a:p>
            <a:endParaRPr/>
          </a:p>
        </p:txBody>
      </p:sp>
      <p:sp>
        <p:nvSpPr>
          <p:cNvPr id="162" name="Google Shape;162;p37"/>
          <p:cNvSpPr txBox="1"/>
          <p:nvPr/>
        </p:nvSpPr>
        <p:spPr>
          <a:xfrm>
            <a:off x="2234400" y="4917657"/>
            <a:ext cx="4675200" cy="275700"/>
          </a:xfrm>
          <a:prstGeom prst="rect">
            <a:avLst/>
          </a:prstGeom>
          <a:noFill/>
          <a:ln>
            <a:noFill/>
          </a:ln>
        </p:spPr>
        <p:txBody>
          <a:bodyPr spcFirstLastPara="1" wrap="square" lIns="91425" tIns="91425" rIns="91425" bIns="91425" anchor="t" anchorCtr="0">
            <a:noAutofit/>
          </a:bodyPr>
          <a:lstStyle/>
          <a:p>
            <a:pPr marL="12700" lvl="0" indent="0" algn="ctr" rtl="0">
              <a:lnSpc>
                <a:spcPct val="102500"/>
              </a:lnSpc>
              <a:spcBef>
                <a:spcPts val="0"/>
              </a:spcBef>
              <a:spcAft>
                <a:spcPts val="0"/>
              </a:spcAft>
              <a:buNone/>
            </a:pPr>
            <a:r>
              <a:rPr lang="en" sz="700" b="1">
                <a:solidFill>
                  <a:srgbClr val="434343"/>
                </a:solidFill>
                <a:latin typeface="Nunito"/>
                <a:ea typeface="Nunito"/>
                <a:cs typeface="Nunito"/>
                <a:sym typeface="Nunito"/>
              </a:rPr>
              <a:t>Proprietary content. © Great Learning. All Rights Reserved. Unauthorized use or distribution prohibited.</a:t>
            </a:r>
            <a:endParaRPr sz="700" b="1">
              <a:solidFill>
                <a:srgbClr val="434343"/>
              </a:solidFill>
              <a:latin typeface="Nunito"/>
              <a:ea typeface="Nunito"/>
              <a:cs typeface="Nunito"/>
              <a:sym typeface="Nunito"/>
            </a:endParaRPr>
          </a:p>
        </p:txBody>
      </p:sp>
      <p:sp>
        <p:nvSpPr>
          <p:cNvPr id="163" name="Google Shape;163;p37"/>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lvl="0" algn="ctr" rtl="0">
              <a:buNone/>
              <a:defRPr sz="800" b="1">
                <a:solidFill>
                  <a:srgbClr val="434343"/>
                </a:solidFill>
                <a:latin typeface="Nunito"/>
                <a:ea typeface="Nunito"/>
                <a:cs typeface="Nunito"/>
                <a:sym typeface="Nunito"/>
              </a:defRPr>
            </a:lvl1pPr>
            <a:lvl2pPr lvl="1" algn="ctr" rtl="0">
              <a:buNone/>
              <a:defRPr sz="800" b="1">
                <a:solidFill>
                  <a:srgbClr val="434343"/>
                </a:solidFill>
                <a:latin typeface="Nunito"/>
                <a:ea typeface="Nunito"/>
                <a:cs typeface="Nunito"/>
                <a:sym typeface="Nunito"/>
              </a:defRPr>
            </a:lvl2pPr>
            <a:lvl3pPr lvl="2" algn="ctr" rtl="0">
              <a:buNone/>
              <a:defRPr sz="800" b="1">
                <a:solidFill>
                  <a:srgbClr val="434343"/>
                </a:solidFill>
                <a:latin typeface="Nunito"/>
                <a:ea typeface="Nunito"/>
                <a:cs typeface="Nunito"/>
                <a:sym typeface="Nunito"/>
              </a:defRPr>
            </a:lvl3pPr>
            <a:lvl4pPr lvl="3" algn="ctr" rtl="0">
              <a:buNone/>
              <a:defRPr sz="800" b="1">
                <a:solidFill>
                  <a:srgbClr val="434343"/>
                </a:solidFill>
                <a:latin typeface="Nunito"/>
                <a:ea typeface="Nunito"/>
                <a:cs typeface="Nunito"/>
                <a:sym typeface="Nunito"/>
              </a:defRPr>
            </a:lvl4pPr>
            <a:lvl5pPr lvl="4" algn="ctr" rtl="0">
              <a:buNone/>
              <a:defRPr sz="800" b="1">
                <a:solidFill>
                  <a:srgbClr val="434343"/>
                </a:solidFill>
                <a:latin typeface="Nunito"/>
                <a:ea typeface="Nunito"/>
                <a:cs typeface="Nunito"/>
                <a:sym typeface="Nunito"/>
              </a:defRPr>
            </a:lvl5pPr>
            <a:lvl6pPr lvl="5" algn="ctr" rtl="0">
              <a:buNone/>
              <a:defRPr sz="800" b="1">
                <a:solidFill>
                  <a:srgbClr val="434343"/>
                </a:solidFill>
                <a:latin typeface="Nunito"/>
                <a:ea typeface="Nunito"/>
                <a:cs typeface="Nunito"/>
                <a:sym typeface="Nunito"/>
              </a:defRPr>
            </a:lvl6pPr>
            <a:lvl7pPr lvl="6" algn="ctr" rtl="0">
              <a:buNone/>
              <a:defRPr sz="800" b="1">
                <a:solidFill>
                  <a:srgbClr val="434343"/>
                </a:solidFill>
                <a:latin typeface="Nunito"/>
                <a:ea typeface="Nunito"/>
                <a:cs typeface="Nunito"/>
                <a:sym typeface="Nunito"/>
              </a:defRPr>
            </a:lvl7pPr>
            <a:lvl8pPr lvl="7" algn="ctr" rtl="0">
              <a:buNone/>
              <a:defRPr sz="800" b="1">
                <a:solidFill>
                  <a:srgbClr val="434343"/>
                </a:solidFill>
                <a:latin typeface="Nunito"/>
                <a:ea typeface="Nunito"/>
                <a:cs typeface="Nunito"/>
                <a:sym typeface="Nunito"/>
              </a:defRPr>
            </a:lvl8pPr>
            <a:lvl9pPr lvl="8" algn="ctr" rtl="0">
              <a:buNone/>
              <a:defRPr sz="800" b="1">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pic>
        <p:nvPicPr>
          <p:cNvPr id="164" name="Google Shape;164;p37"/>
          <p:cNvPicPr preferRelativeResize="0"/>
          <p:nvPr/>
        </p:nvPicPr>
        <p:blipFill>
          <a:blip r:embed="rId12">
            <a:alphaModFix/>
          </a:blip>
          <a:stretch>
            <a:fillRect/>
          </a:stretch>
        </p:blipFill>
        <p:spPr>
          <a:xfrm>
            <a:off x="7669500" y="68264"/>
            <a:ext cx="1395476" cy="572701"/>
          </a:xfrm>
          <a:prstGeom prst="rect">
            <a:avLst/>
          </a:prstGeom>
          <a:noFill/>
          <a:ln>
            <a:noFill/>
          </a:ln>
        </p:spPr>
      </p:pic>
      <p:grpSp>
        <p:nvGrpSpPr>
          <p:cNvPr id="165" name="Google Shape;165;p37"/>
          <p:cNvGrpSpPr/>
          <p:nvPr/>
        </p:nvGrpSpPr>
        <p:grpSpPr>
          <a:xfrm>
            <a:off x="6593" y="10"/>
            <a:ext cx="175500" cy="709221"/>
            <a:chOff x="6593" y="10"/>
            <a:chExt cx="175500" cy="709221"/>
          </a:xfrm>
        </p:grpSpPr>
        <p:sp>
          <p:nvSpPr>
            <p:cNvPr id="166" name="Google Shape;166;p37"/>
            <p:cNvSpPr/>
            <p:nvPr/>
          </p:nvSpPr>
          <p:spPr>
            <a:xfrm>
              <a:off x="6593" y="10"/>
              <a:ext cx="175500" cy="355500"/>
            </a:xfrm>
            <a:prstGeom prst="rect">
              <a:avLst/>
            </a:prstGeom>
            <a:solidFill>
              <a:srgbClr val="0E39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37"/>
            <p:cNvSpPr/>
            <p:nvPr/>
          </p:nvSpPr>
          <p:spPr>
            <a:xfrm>
              <a:off x="6593" y="353731"/>
              <a:ext cx="175500" cy="355500"/>
            </a:xfrm>
            <a:prstGeom prst="rect">
              <a:avLst/>
            </a:prstGeom>
            <a:solidFill>
              <a:srgbClr val="1974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 bg1="lt1" tx1="dk1" bg2="dk2" tx2="lt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4.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4.xml"/><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14.xml"/><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14.xml"/><Relationship Id="rId5" Type="http://schemas.openxmlformats.org/officeDocument/2006/relationships/image" Target="../media/image9.png"/><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0.png"/><Relationship Id="rId1" Type="http://schemas.openxmlformats.org/officeDocument/2006/relationships/slideLayout" Target="../slideLayouts/slideLayout14.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jpe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48"/>
          <p:cNvSpPr txBox="1"/>
          <p:nvPr/>
        </p:nvSpPr>
        <p:spPr>
          <a:xfrm>
            <a:off x="573436" y="847842"/>
            <a:ext cx="8237349" cy="1292631"/>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sz="3600" b="1">
                <a:solidFill>
                  <a:srgbClr val="0E39A9"/>
                </a:solidFill>
                <a:latin typeface="Nunito"/>
                <a:ea typeface="Nunito"/>
                <a:cs typeface="Nunito"/>
                <a:sym typeface="Nunito"/>
              </a:rPr>
              <a:t>The 9% Challenge: Smart Customer Targeting</a:t>
            </a:r>
            <a:endParaRPr sz="3600" b="1">
              <a:solidFill>
                <a:srgbClr val="0E39A9"/>
              </a:solidFill>
              <a:latin typeface="Nunito"/>
              <a:ea typeface="Nunito"/>
              <a:cs typeface="Nunito"/>
              <a:sym typeface="Nunito"/>
            </a:endParaRPr>
          </a:p>
        </p:txBody>
      </p:sp>
      <p:sp>
        <p:nvSpPr>
          <p:cNvPr id="212" name="Google Shape;212;p48"/>
          <p:cNvSpPr txBox="1"/>
          <p:nvPr/>
        </p:nvSpPr>
        <p:spPr>
          <a:xfrm>
            <a:off x="728420" y="2307382"/>
            <a:ext cx="7563173" cy="846355"/>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sz="2900">
                <a:solidFill>
                  <a:srgbClr val="0E39A9"/>
                </a:solidFill>
                <a:latin typeface="Nunito"/>
                <a:ea typeface="Nunito"/>
                <a:cs typeface="Nunito"/>
                <a:sym typeface="Nunito"/>
              </a:rPr>
              <a:t>Personal Loan Campaign</a:t>
            </a:r>
            <a:br>
              <a:rPr lang="en-US" sz="2900">
                <a:solidFill>
                  <a:srgbClr val="0E39A9"/>
                </a:solidFill>
                <a:latin typeface="Nunito"/>
                <a:ea typeface="Nunito"/>
                <a:cs typeface="Nunito"/>
                <a:sym typeface="Nunito"/>
              </a:rPr>
            </a:br>
            <a:r>
              <a:rPr lang="en-US">
                <a:solidFill>
                  <a:srgbClr val="0E39A9"/>
                </a:solidFill>
                <a:latin typeface="Nunito"/>
                <a:ea typeface="Nunito"/>
                <a:cs typeface="Nunito"/>
                <a:sym typeface="Nunito"/>
              </a:rPr>
              <a:t>Austin University – Post Graduate Program in Artificial Intelligence</a:t>
            </a:r>
            <a:endParaRPr lang="en-US" sz="2900">
              <a:solidFill>
                <a:srgbClr val="0E39A9"/>
              </a:solidFill>
              <a:latin typeface="Nunito"/>
              <a:ea typeface="Nunito"/>
              <a:cs typeface="Nunito"/>
              <a:sym typeface="Nunito"/>
            </a:endParaRPr>
          </a:p>
        </p:txBody>
      </p:sp>
      <p:sp>
        <p:nvSpPr>
          <p:cNvPr id="213" name="Google Shape;213;p48"/>
          <p:cNvSpPr txBox="1"/>
          <p:nvPr/>
        </p:nvSpPr>
        <p:spPr>
          <a:xfrm>
            <a:off x="648583" y="4167002"/>
            <a:ext cx="1846644" cy="369302"/>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solidFill>
                  <a:srgbClr val="0E39A9"/>
                </a:solidFill>
                <a:latin typeface="Nunito"/>
                <a:ea typeface="Nunito"/>
                <a:cs typeface="Nunito"/>
                <a:sym typeface="Nunito"/>
              </a:rPr>
              <a:t>01/17/2026</a:t>
            </a:r>
            <a:endParaRPr sz="1200">
              <a:solidFill>
                <a:srgbClr val="0E39A9"/>
              </a:solidFill>
              <a:latin typeface="Nunito"/>
              <a:ea typeface="Nunito"/>
              <a:cs typeface="Nunito"/>
              <a:sym typeface="Nunito"/>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49"/>
          <p:cNvSpPr txBox="1">
            <a:spLocks noGrp="1"/>
          </p:cNvSpPr>
          <p:nvPr>
            <p:ph type="title"/>
          </p:nvPr>
        </p:nvSpPr>
        <p:spPr>
          <a:xfrm>
            <a:off x="202550" y="136879"/>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a:solidFill>
                  <a:srgbClr val="0E39A9"/>
                </a:solidFill>
              </a:rPr>
              <a:t>Contents / Agenda</a:t>
            </a:r>
            <a:endParaRPr sz="2400">
              <a:solidFill>
                <a:srgbClr val="0E39A9"/>
              </a:solidFill>
            </a:endParaRPr>
          </a:p>
        </p:txBody>
      </p:sp>
      <p:sp>
        <p:nvSpPr>
          <p:cNvPr id="219" name="Google Shape;219;p49"/>
          <p:cNvSpPr txBox="1"/>
          <p:nvPr/>
        </p:nvSpPr>
        <p:spPr>
          <a:xfrm>
            <a:off x="325250" y="808475"/>
            <a:ext cx="8397900" cy="2488500"/>
          </a:xfrm>
          <a:prstGeom prst="rect">
            <a:avLst/>
          </a:prstGeom>
          <a:noFill/>
          <a:ln>
            <a:noFill/>
          </a:ln>
        </p:spPr>
        <p:txBody>
          <a:bodyPr spcFirstLastPara="1" wrap="square" lIns="91425" tIns="91425" rIns="91425" bIns="91425" anchor="t" anchorCtr="0">
            <a:spAutoFit/>
          </a:bodyPr>
          <a:lstStyle/>
          <a:p>
            <a:pPr marL="457200" lvl="0" indent="-330200" algn="l" rtl="0">
              <a:lnSpc>
                <a:spcPct val="115000"/>
              </a:lnSpc>
              <a:spcBef>
                <a:spcPts val="1000"/>
              </a:spcBef>
              <a:spcAft>
                <a:spcPts val="0"/>
              </a:spcAft>
              <a:buSzPts val="1600"/>
              <a:buFont typeface="Nunito"/>
              <a:buChar char="●"/>
            </a:pPr>
            <a:r>
              <a:rPr lang="en" sz="1600">
                <a:latin typeface="Nunito"/>
                <a:ea typeface="Nunito"/>
                <a:cs typeface="Nunito"/>
                <a:sym typeface="Nunito"/>
              </a:rPr>
              <a:t>Executive Summary</a:t>
            </a:r>
            <a:endParaRPr sz="1600">
              <a:latin typeface="Nunito"/>
              <a:ea typeface="Nunito"/>
              <a:cs typeface="Nunito"/>
              <a:sym typeface="Nunito"/>
            </a:endParaRPr>
          </a:p>
          <a:p>
            <a:pPr marL="457200" lvl="0" indent="-330200" algn="l" rtl="0">
              <a:lnSpc>
                <a:spcPct val="115000"/>
              </a:lnSpc>
              <a:spcBef>
                <a:spcPts val="1000"/>
              </a:spcBef>
              <a:spcAft>
                <a:spcPts val="0"/>
              </a:spcAft>
              <a:buSzPts val="1600"/>
              <a:buFont typeface="Nunito"/>
              <a:buChar char="●"/>
            </a:pPr>
            <a:r>
              <a:rPr lang="en" sz="1600">
                <a:latin typeface="Nunito"/>
                <a:ea typeface="Nunito"/>
                <a:cs typeface="Nunito"/>
                <a:sym typeface="Nunito"/>
              </a:rPr>
              <a:t>Business Problem Overview and Solution Approach</a:t>
            </a:r>
            <a:endParaRPr sz="1600">
              <a:latin typeface="Nunito"/>
              <a:ea typeface="Nunito"/>
              <a:cs typeface="Nunito"/>
              <a:sym typeface="Nunito"/>
            </a:endParaRPr>
          </a:p>
          <a:p>
            <a:pPr marL="457200" lvl="0" indent="-330200" algn="l" rtl="0">
              <a:lnSpc>
                <a:spcPct val="115000"/>
              </a:lnSpc>
              <a:spcBef>
                <a:spcPts val="1000"/>
              </a:spcBef>
              <a:spcAft>
                <a:spcPts val="0"/>
              </a:spcAft>
              <a:buSzPts val="1600"/>
              <a:buFont typeface="Nunito"/>
              <a:buChar char="●"/>
            </a:pPr>
            <a:r>
              <a:rPr lang="en" sz="1600">
                <a:latin typeface="Nunito"/>
                <a:ea typeface="Nunito"/>
                <a:cs typeface="Nunito"/>
                <a:sym typeface="Nunito"/>
              </a:rPr>
              <a:t>EDA Results </a:t>
            </a:r>
            <a:endParaRPr sz="1600">
              <a:latin typeface="Nunito"/>
              <a:ea typeface="Nunito"/>
              <a:cs typeface="Nunito"/>
              <a:sym typeface="Nunito"/>
            </a:endParaRPr>
          </a:p>
          <a:p>
            <a:pPr marL="457200" lvl="0" indent="-330200" algn="l" rtl="0">
              <a:lnSpc>
                <a:spcPct val="115000"/>
              </a:lnSpc>
              <a:spcBef>
                <a:spcPts val="1000"/>
              </a:spcBef>
              <a:spcAft>
                <a:spcPts val="0"/>
              </a:spcAft>
              <a:buSzPts val="1600"/>
              <a:buFont typeface="Nunito"/>
              <a:buChar char="●"/>
            </a:pPr>
            <a:r>
              <a:rPr lang="en" sz="1600">
                <a:latin typeface="Nunito"/>
                <a:ea typeface="Nunito"/>
                <a:cs typeface="Nunito"/>
                <a:sym typeface="Nunito"/>
              </a:rPr>
              <a:t>Data Preprocessing </a:t>
            </a:r>
            <a:endParaRPr sz="1600">
              <a:latin typeface="Nunito"/>
              <a:ea typeface="Nunito"/>
              <a:cs typeface="Nunito"/>
              <a:sym typeface="Nunito"/>
            </a:endParaRPr>
          </a:p>
          <a:p>
            <a:pPr marL="457200" lvl="0" indent="-330200" algn="l" rtl="0">
              <a:lnSpc>
                <a:spcPct val="115000"/>
              </a:lnSpc>
              <a:spcBef>
                <a:spcPts val="1000"/>
              </a:spcBef>
              <a:spcAft>
                <a:spcPts val="0"/>
              </a:spcAft>
              <a:buSzPts val="1600"/>
              <a:buFont typeface="Nunito"/>
              <a:buChar char="●"/>
            </a:pPr>
            <a:r>
              <a:rPr lang="en" sz="1600">
                <a:latin typeface="Nunito"/>
                <a:ea typeface="Nunito"/>
                <a:cs typeface="Nunito"/>
                <a:sym typeface="Nunito"/>
              </a:rPr>
              <a:t>Model Performance Summary </a:t>
            </a:r>
            <a:endParaRPr sz="1600">
              <a:latin typeface="Nunito"/>
              <a:ea typeface="Nunito"/>
              <a:cs typeface="Nunito"/>
              <a:sym typeface="Nunito"/>
            </a:endParaRPr>
          </a:p>
          <a:p>
            <a:pPr marL="457200" lvl="0" indent="-330200" algn="l" rtl="0">
              <a:lnSpc>
                <a:spcPct val="115000"/>
              </a:lnSpc>
              <a:spcBef>
                <a:spcPts val="1000"/>
              </a:spcBef>
              <a:spcAft>
                <a:spcPts val="0"/>
              </a:spcAft>
              <a:buSzPts val="1600"/>
              <a:buFont typeface="Nunito"/>
              <a:buChar char="●"/>
            </a:pPr>
            <a:r>
              <a:rPr lang="en" sz="1600">
                <a:latin typeface="Nunito"/>
                <a:ea typeface="Nunito"/>
                <a:cs typeface="Nunito"/>
                <a:sym typeface="Nunito"/>
              </a:rPr>
              <a:t>Appendix</a:t>
            </a:r>
            <a:endParaRPr sz="1600">
              <a:latin typeface="Nunito"/>
              <a:ea typeface="Nunito"/>
              <a:cs typeface="Nunito"/>
              <a:sym typeface="Nunito"/>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50"/>
          <p:cNvSpPr txBox="1">
            <a:spLocks noGrp="1"/>
          </p:cNvSpPr>
          <p:nvPr>
            <p:ph type="title"/>
          </p:nvPr>
        </p:nvSpPr>
        <p:spPr>
          <a:xfrm>
            <a:off x="202550" y="136879"/>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a:solidFill>
                  <a:srgbClr val="0E39A9"/>
                </a:solidFill>
              </a:rPr>
              <a:t>Executive Summary</a:t>
            </a:r>
            <a:endParaRPr sz="2400">
              <a:solidFill>
                <a:srgbClr val="0E39A9"/>
              </a:solidFill>
            </a:endParaRPr>
          </a:p>
        </p:txBody>
      </p:sp>
      <p:sp>
        <p:nvSpPr>
          <p:cNvPr id="225" name="Google Shape;225;p50"/>
          <p:cNvSpPr txBox="1"/>
          <p:nvPr/>
        </p:nvSpPr>
        <p:spPr>
          <a:xfrm>
            <a:off x="325250" y="808475"/>
            <a:ext cx="8397900" cy="3847177"/>
          </a:xfrm>
          <a:prstGeom prst="rect">
            <a:avLst/>
          </a:prstGeom>
          <a:noFill/>
          <a:ln>
            <a:noFill/>
          </a:ln>
        </p:spPr>
        <p:txBody>
          <a:bodyPr spcFirstLastPara="1" wrap="square" lIns="91425" tIns="91425" rIns="91425" bIns="91425" anchor="t" anchorCtr="0">
            <a:spAutoFit/>
          </a:bodyPr>
          <a:lstStyle/>
          <a:p>
            <a:pPr>
              <a:buNone/>
            </a:pPr>
            <a:r>
              <a:rPr lang="en-US" b="1">
                <a:latin typeface="Nunito" pitchFamily="2" charset="0"/>
              </a:rPr>
              <a:t>The Goal</a:t>
            </a:r>
            <a:r>
              <a:rPr lang="en-US">
                <a:latin typeface="Nunito" pitchFamily="2" charset="0"/>
              </a:rPr>
              <a:t> </a:t>
            </a:r>
          </a:p>
          <a:p>
            <a:pPr>
              <a:buNone/>
            </a:pPr>
            <a:r>
              <a:rPr lang="en-US">
                <a:latin typeface="Nunito" pitchFamily="2" charset="0"/>
              </a:rPr>
              <a:t>Improve the bank's low </a:t>
            </a:r>
            <a:r>
              <a:rPr lang="en-US" b="1">
                <a:latin typeface="Nunito" pitchFamily="2" charset="0"/>
              </a:rPr>
              <a:t>9% personal loan conversion rate</a:t>
            </a:r>
            <a:r>
              <a:rPr lang="en-US">
                <a:latin typeface="Nunito" pitchFamily="2" charset="0"/>
              </a:rPr>
              <a:t> by identifying high-potential borrowers and reducing wasted marketing spend.</a:t>
            </a:r>
          </a:p>
          <a:p>
            <a:pPr>
              <a:buNone/>
            </a:pPr>
            <a:endParaRPr lang="en-US">
              <a:latin typeface="Nunito" pitchFamily="2" charset="0"/>
            </a:endParaRPr>
          </a:p>
          <a:p>
            <a:pPr>
              <a:buNone/>
            </a:pPr>
            <a:r>
              <a:rPr lang="en-US" b="1">
                <a:latin typeface="Nunito" pitchFamily="2" charset="0"/>
              </a:rPr>
              <a:t>The Solution</a:t>
            </a:r>
            <a:r>
              <a:rPr lang="en-US">
                <a:latin typeface="Nunito" pitchFamily="2" charset="0"/>
              </a:rPr>
              <a:t> </a:t>
            </a:r>
          </a:p>
          <a:p>
            <a:pPr>
              <a:buNone/>
            </a:pPr>
            <a:r>
              <a:rPr lang="en-US">
                <a:latin typeface="Nunito" pitchFamily="2" charset="0"/>
              </a:rPr>
              <a:t>We developed a </a:t>
            </a:r>
            <a:r>
              <a:rPr lang="en-US" b="1">
                <a:latin typeface="Nunito" pitchFamily="2" charset="0"/>
              </a:rPr>
              <a:t>Pre-Pruned Decision Tree</a:t>
            </a:r>
            <a:r>
              <a:rPr lang="en-US">
                <a:latin typeface="Nunito" pitchFamily="2" charset="0"/>
              </a:rPr>
              <a:t> model that successfully isolated the "Borrower" profile. The analysis revealed that </a:t>
            </a:r>
            <a:r>
              <a:rPr lang="en-US" b="1">
                <a:latin typeface="Nunito" pitchFamily="2" charset="0"/>
              </a:rPr>
              <a:t>Annual Income, Family, </a:t>
            </a:r>
            <a:r>
              <a:rPr lang="en-US">
                <a:latin typeface="Nunito" pitchFamily="2" charset="0"/>
              </a:rPr>
              <a:t> and </a:t>
            </a:r>
            <a:r>
              <a:rPr lang="en-US" b="1">
                <a:latin typeface="Nunito" pitchFamily="2" charset="0"/>
              </a:rPr>
              <a:t>Education Level</a:t>
            </a:r>
            <a:r>
              <a:rPr lang="en-US">
                <a:latin typeface="Nunito" pitchFamily="2" charset="0"/>
              </a:rPr>
              <a:t> are the dominant predictors, producing a distinct signal that is easy to detect.</a:t>
            </a:r>
          </a:p>
          <a:p>
            <a:pPr>
              <a:buNone/>
            </a:pPr>
            <a:endParaRPr lang="en-US">
              <a:latin typeface="Nunito" pitchFamily="2" charset="0"/>
            </a:endParaRPr>
          </a:p>
          <a:p>
            <a:pPr>
              <a:buNone/>
            </a:pPr>
            <a:r>
              <a:rPr lang="en-US" b="1">
                <a:latin typeface="Nunito" pitchFamily="2" charset="0"/>
              </a:rPr>
              <a:t>Key Results</a:t>
            </a:r>
            <a:endParaRPr lang="en-US">
              <a:latin typeface="Nunito" pitchFamily="2" charset="0"/>
            </a:endParaRPr>
          </a:p>
          <a:p>
            <a:pPr marL="341313" indent="-225425">
              <a:buFont typeface="Arial" panose="020B0604020202020204" pitchFamily="34" charset="0"/>
              <a:buChar char="•"/>
            </a:pPr>
            <a:r>
              <a:rPr lang="en-US" b="1">
                <a:latin typeface="Nunito" pitchFamily="2" charset="0"/>
              </a:rPr>
              <a:t>93% Recall:</a:t>
            </a:r>
            <a:r>
              <a:rPr lang="en-US">
                <a:latin typeface="Nunito" pitchFamily="2" charset="0"/>
              </a:rPr>
              <a:t> The model correctly identifies </a:t>
            </a:r>
            <a:r>
              <a:rPr lang="en-US" b="1">
                <a:latin typeface="Nunito" pitchFamily="2" charset="0"/>
              </a:rPr>
              <a:t>93 out of every 100</a:t>
            </a:r>
            <a:r>
              <a:rPr lang="en-US">
                <a:latin typeface="Nunito" pitchFamily="2" charset="0"/>
              </a:rPr>
              <a:t> actual borrowers.</a:t>
            </a:r>
          </a:p>
          <a:p>
            <a:pPr marL="341313" indent="-225425">
              <a:buFont typeface="Arial" panose="020B0604020202020204" pitchFamily="34" charset="0"/>
              <a:buChar char="•"/>
            </a:pPr>
            <a:r>
              <a:rPr lang="en-US" b="1">
                <a:latin typeface="Nunito" pitchFamily="2" charset="0"/>
              </a:rPr>
              <a:t>93% Precision:</a:t>
            </a:r>
            <a:r>
              <a:rPr lang="en-US">
                <a:latin typeface="Nunito" pitchFamily="2" charset="0"/>
              </a:rPr>
              <a:t> When the model targets a customer, it is correct </a:t>
            </a:r>
            <a:r>
              <a:rPr lang="en-US" b="1">
                <a:latin typeface="Nunito" pitchFamily="2" charset="0"/>
              </a:rPr>
              <a:t>93% of the time</a:t>
            </a:r>
            <a:r>
              <a:rPr lang="en-US">
                <a:latin typeface="Nunito" pitchFamily="2" charset="0"/>
              </a:rPr>
              <a:t>.</a:t>
            </a:r>
          </a:p>
          <a:p>
            <a:pPr>
              <a:buFont typeface="Arial" panose="020B0604020202020204" pitchFamily="34" charset="0"/>
              <a:buChar char="•"/>
            </a:pPr>
            <a:endParaRPr lang="en-US">
              <a:latin typeface="Nunito" pitchFamily="2" charset="0"/>
            </a:endParaRPr>
          </a:p>
          <a:p>
            <a:pPr>
              <a:buNone/>
            </a:pPr>
            <a:r>
              <a:rPr lang="en-US" b="1">
                <a:latin typeface="Nunito" pitchFamily="2" charset="0"/>
              </a:rPr>
              <a:t>Recommendation</a:t>
            </a:r>
            <a:r>
              <a:rPr lang="en-US">
                <a:latin typeface="Nunito" pitchFamily="2" charset="0"/>
              </a:rPr>
              <a:t> </a:t>
            </a:r>
          </a:p>
          <a:p>
            <a:pPr>
              <a:buNone/>
            </a:pPr>
            <a:r>
              <a:rPr lang="en-US">
                <a:latin typeface="Nunito" pitchFamily="2" charset="0"/>
              </a:rPr>
              <a:t>Deploy the model immediately to shift from mass marketing to targeted "Sniper" campaigns. By focusing exclusively on high-income professionals, the bank can achieve near-perfect efficiency while capturing the vast majority of the market opportunity.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51"/>
          <p:cNvSpPr txBox="1">
            <a:spLocks noGrp="1"/>
          </p:cNvSpPr>
          <p:nvPr>
            <p:ph type="title"/>
          </p:nvPr>
        </p:nvSpPr>
        <p:spPr>
          <a:xfrm>
            <a:off x="202550" y="136879"/>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a:solidFill>
                  <a:srgbClr val="0E39A9"/>
                </a:solidFill>
              </a:rPr>
              <a:t>Business Problem Overview and Solution Approach</a:t>
            </a:r>
            <a:endParaRPr sz="2400">
              <a:solidFill>
                <a:srgbClr val="0E39A9"/>
              </a:solidFill>
            </a:endParaRPr>
          </a:p>
        </p:txBody>
      </p:sp>
      <p:sp>
        <p:nvSpPr>
          <p:cNvPr id="231" name="Google Shape;231;p51"/>
          <p:cNvSpPr txBox="1"/>
          <p:nvPr/>
        </p:nvSpPr>
        <p:spPr>
          <a:xfrm>
            <a:off x="325250" y="808475"/>
            <a:ext cx="8397900" cy="3539400"/>
          </a:xfrm>
          <a:prstGeom prst="rect">
            <a:avLst/>
          </a:prstGeom>
          <a:noFill/>
          <a:ln>
            <a:noFill/>
          </a:ln>
        </p:spPr>
        <p:txBody>
          <a:bodyPr spcFirstLastPara="1" wrap="square" lIns="91425" tIns="91425" rIns="91425" bIns="91425" anchor="t" anchorCtr="0">
            <a:spAutoFit/>
          </a:bodyPr>
          <a:lstStyle/>
          <a:p>
            <a:pPr marL="133350" indent="0">
              <a:buNone/>
            </a:pPr>
            <a:r>
              <a:rPr lang="en-US" sz="1200" b="1"/>
              <a:t>Overview</a:t>
            </a:r>
            <a:r>
              <a:rPr lang="en-US" sz="1600"/>
              <a:t> </a:t>
            </a:r>
          </a:p>
          <a:p>
            <a:pPr marL="133350" indent="0" algn="just">
              <a:buNone/>
            </a:pPr>
            <a:r>
              <a:rPr lang="en-US" sz="1200">
                <a:latin typeface="Nunito" pitchFamily="2" charset="0"/>
              </a:rPr>
              <a:t>AllLife Bank has a strong liability base (depositors), but a disproportionately small asset base (borrowers). We are paying interest, but not maximizing earnings. Previous broad-spectrum marketing campaigns achieved a </a:t>
            </a:r>
            <a:r>
              <a:rPr lang="en-US" sz="1200" b="1">
                <a:latin typeface="Nunito" pitchFamily="2" charset="0"/>
              </a:rPr>
              <a:t>9% conversion rate</a:t>
            </a:r>
            <a:r>
              <a:rPr lang="en-US" sz="1200">
                <a:latin typeface="Nunito" pitchFamily="2" charset="0"/>
              </a:rPr>
              <a:t>. While healthy, this approach is resource-intensive and inefficient.</a:t>
            </a:r>
          </a:p>
          <a:p>
            <a:pPr marL="133350" indent="0">
              <a:buNone/>
            </a:pPr>
            <a:endParaRPr lang="en-US" sz="1200">
              <a:latin typeface="Nunito" pitchFamily="2" charset="0"/>
            </a:endParaRPr>
          </a:p>
          <a:p>
            <a:pPr marL="133350" indent="0">
              <a:buNone/>
            </a:pPr>
            <a:r>
              <a:rPr lang="en-US" sz="1200" b="1"/>
              <a:t>Approach</a:t>
            </a:r>
            <a:r>
              <a:rPr lang="en-US" sz="1600" b="1"/>
              <a:t> </a:t>
            </a:r>
            <a:br>
              <a:rPr lang="en-US" sz="1200">
                <a:latin typeface="Nunito" pitchFamily="2" charset="0"/>
              </a:rPr>
            </a:br>
            <a:r>
              <a:rPr lang="en-US" sz="1200">
                <a:latin typeface="Nunito" pitchFamily="2" charset="0"/>
              </a:rPr>
              <a:t> We want to shift from "Mass Marketing" to "Precision Targeting” by;</a:t>
            </a:r>
          </a:p>
          <a:p>
            <a:pPr marL="365760" lvl="8" indent="-182880">
              <a:buFont typeface="Arial" panose="020B0604020202020204" pitchFamily="34" charset="0"/>
              <a:buChar char="•"/>
            </a:pPr>
            <a:r>
              <a:rPr lang="en-US" sz="1200">
                <a:latin typeface="Nunito" pitchFamily="2" charset="0"/>
              </a:rPr>
              <a:t>Identify high-propensity customers within the existing depositor base.</a:t>
            </a:r>
          </a:p>
          <a:p>
            <a:pPr marL="365760" lvl="8" indent="-182880">
              <a:buFont typeface="Arial" panose="020B0604020202020204" pitchFamily="34" charset="0"/>
              <a:buChar char="•"/>
            </a:pPr>
            <a:r>
              <a:rPr lang="en-US" sz="1200">
                <a:latin typeface="Nunito" pitchFamily="2" charset="0"/>
              </a:rPr>
              <a:t>Reduce marketing spend by excluding low-probability targets.</a:t>
            </a:r>
          </a:p>
          <a:p>
            <a:pPr marL="365760" lvl="8" indent="-182880">
              <a:buFont typeface="Arial" panose="020B0604020202020204" pitchFamily="34" charset="0"/>
              <a:buChar char="•"/>
            </a:pPr>
            <a:r>
              <a:rPr lang="en-US" sz="1200">
                <a:latin typeface="Nunito" pitchFamily="2" charset="0"/>
              </a:rPr>
              <a:t>Exceed the 9% benchmark using predictive modeling.</a:t>
            </a:r>
          </a:p>
          <a:p>
            <a:pPr marL="365760" lvl="8" indent="-182880">
              <a:buFont typeface="Arial" panose="020B0604020202020204" pitchFamily="34" charset="0"/>
              <a:buChar char="•"/>
            </a:pPr>
            <a:endParaRPr lang="en-US" sz="1200">
              <a:latin typeface="Nunito" pitchFamily="2" charset="0"/>
            </a:endParaRPr>
          </a:p>
          <a:p>
            <a:pPr lvl="2"/>
            <a:r>
              <a:rPr lang="en-US" sz="1600"/>
              <a:t>  </a:t>
            </a:r>
            <a:r>
              <a:rPr lang="en-US" sz="1200" b="1"/>
              <a:t>Methodology</a:t>
            </a:r>
          </a:p>
          <a:p>
            <a:pPr marL="365760" lvl="3" indent="-171450">
              <a:buFont typeface="Arial" panose="020B0604020202020204" pitchFamily="34" charset="0"/>
              <a:buChar char="•"/>
            </a:pPr>
            <a:r>
              <a:rPr lang="en-US" sz="1200">
                <a:latin typeface="Nunito" pitchFamily="2" charset="0"/>
              </a:rPr>
              <a:t>Applied Exploratory Data Analysis(EDA) to decode the operational dataset.</a:t>
            </a:r>
          </a:p>
          <a:p>
            <a:pPr marL="365760" lvl="3" indent="-171450">
              <a:buFont typeface="Arial" panose="020B0604020202020204" pitchFamily="34" charset="0"/>
              <a:buChar char="•"/>
            </a:pPr>
            <a:r>
              <a:rPr lang="en-US" sz="1200">
                <a:latin typeface="Nunito" pitchFamily="2" charset="0"/>
              </a:rPr>
              <a:t>Applied model pruning to improve the result of the model. </a:t>
            </a:r>
          </a:p>
          <a:p>
            <a:pPr marL="365760" lvl="3" indent="-171450">
              <a:buFont typeface="Arial" panose="020B0604020202020204" pitchFamily="34" charset="0"/>
              <a:buChar char="•"/>
            </a:pPr>
            <a:endParaRPr lang="en-US" sz="1200">
              <a:latin typeface="Nunito" pitchFamily="2" charset="0"/>
            </a:endParaRPr>
          </a:p>
          <a:p>
            <a:pPr lvl="2"/>
            <a:r>
              <a:rPr lang="en-US" sz="1200" b="1"/>
              <a:t>  Techniques</a:t>
            </a:r>
          </a:p>
          <a:p>
            <a:pPr marL="365760" lvl="3" indent="-171450">
              <a:buFont typeface="Arial" panose="020B0604020202020204" pitchFamily="34" charset="0"/>
              <a:buChar char="•"/>
            </a:pPr>
            <a:r>
              <a:rPr lang="en-US" sz="1200" b="1"/>
              <a:t>Classification Tree</a:t>
            </a:r>
            <a:r>
              <a:rPr lang="en-US" sz="1200"/>
              <a:t> </a:t>
            </a:r>
            <a:endParaRPr lang="en-US" sz="16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35">
          <a:extLst>
            <a:ext uri="{FF2B5EF4-FFF2-40B4-BE49-F238E27FC236}">
              <a16:creationId xmlns:a16="http://schemas.microsoft.com/office/drawing/2014/main" id="{8BB5AD3D-3678-A654-32BB-A9CDD5AF989F}"/>
            </a:ext>
          </a:extLst>
        </p:cNvPr>
        <p:cNvGrpSpPr/>
        <p:nvPr/>
      </p:nvGrpSpPr>
      <p:grpSpPr>
        <a:xfrm>
          <a:off x="0" y="0"/>
          <a:ext cx="0" cy="0"/>
          <a:chOff x="0" y="0"/>
          <a:chExt cx="0" cy="0"/>
        </a:xfrm>
      </p:grpSpPr>
      <p:sp>
        <p:nvSpPr>
          <p:cNvPr id="236" name="Google Shape;236;p52">
            <a:extLst>
              <a:ext uri="{FF2B5EF4-FFF2-40B4-BE49-F238E27FC236}">
                <a16:creationId xmlns:a16="http://schemas.microsoft.com/office/drawing/2014/main" id="{3EAA62AF-A937-D62D-5A0D-6838E6B79BA3}"/>
              </a:ext>
            </a:extLst>
          </p:cNvPr>
          <p:cNvSpPr txBox="1">
            <a:spLocks noGrp="1"/>
          </p:cNvSpPr>
          <p:nvPr>
            <p:ph type="title"/>
          </p:nvPr>
        </p:nvSpPr>
        <p:spPr>
          <a:xfrm>
            <a:off x="202550" y="136879"/>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a:solidFill>
                  <a:srgbClr val="0E39A9"/>
                </a:solidFill>
              </a:rPr>
              <a:t>EDA Results</a:t>
            </a:r>
            <a:endParaRPr sz="2400">
              <a:solidFill>
                <a:srgbClr val="0E39A9"/>
              </a:solidFill>
            </a:endParaRPr>
          </a:p>
        </p:txBody>
      </p:sp>
      <p:sp>
        <p:nvSpPr>
          <p:cNvPr id="237" name="Google Shape;237;p52">
            <a:extLst>
              <a:ext uri="{FF2B5EF4-FFF2-40B4-BE49-F238E27FC236}">
                <a16:creationId xmlns:a16="http://schemas.microsoft.com/office/drawing/2014/main" id="{1F592523-C98F-41BB-4B43-A00637FCC359}"/>
              </a:ext>
            </a:extLst>
          </p:cNvPr>
          <p:cNvSpPr txBox="1"/>
          <p:nvPr/>
        </p:nvSpPr>
        <p:spPr>
          <a:xfrm>
            <a:off x="325250" y="808475"/>
            <a:ext cx="8397900" cy="4158031"/>
          </a:xfrm>
          <a:prstGeom prst="rect">
            <a:avLst/>
          </a:prstGeom>
          <a:noFill/>
          <a:ln>
            <a:noFill/>
          </a:ln>
        </p:spPr>
        <p:txBody>
          <a:bodyPr spcFirstLastPara="1" wrap="square" lIns="91425" tIns="91425" rIns="91425" bIns="91425" anchor="t" anchorCtr="0">
            <a:spAutoFit/>
          </a:bodyPr>
          <a:lstStyle/>
          <a:p>
            <a:pPr marL="127000" lvl="0" algn="just">
              <a:lnSpc>
                <a:spcPct val="115000"/>
              </a:lnSpc>
              <a:spcBef>
                <a:spcPts val="1000"/>
              </a:spcBef>
              <a:buSzPts val="1600"/>
            </a:pPr>
            <a:r>
              <a:rPr lang="en-US" sz="1200">
                <a:latin typeface="Nunito" pitchFamily="2" charset="0"/>
              </a:rPr>
              <a:t>The Loan Modeling data features a streamlined structure that presents minimal data conversion challenges. This is particularly advantageous when using decision trees, as the algorithm operates directly on numeric representations, bypassing the need to encode non-numeric (categorical) features into a specific format before training.</a:t>
            </a:r>
          </a:p>
          <a:p>
            <a:pPr marL="127000" lvl="0" algn="just">
              <a:lnSpc>
                <a:spcPct val="115000"/>
              </a:lnSpc>
              <a:spcBef>
                <a:spcPts val="1000"/>
              </a:spcBef>
              <a:buSzPts val="1600"/>
            </a:pPr>
            <a:r>
              <a:rPr lang="en-US" sz="1200">
                <a:latin typeface="Nunito" pitchFamily="2" charset="0"/>
              </a:rPr>
              <a:t>The </a:t>
            </a:r>
            <a:r>
              <a:rPr lang="en-US" sz="1200" b="1">
                <a:latin typeface="Nunito" pitchFamily="2" charset="0"/>
              </a:rPr>
              <a:t>Zip Code</a:t>
            </a:r>
            <a:r>
              <a:rPr lang="en-US" sz="1200">
                <a:latin typeface="Nunito" pitchFamily="2" charset="0"/>
              </a:rPr>
              <a:t> feature is challenging. Although it is numeric, it serves as a nominal reference for location (region, city, post office). If the model interprets these numbers as mathematical values rather than categories, it may produce misleading results.</a:t>
            </a:r>
          </a:p>
          <a:p>
            <a:pPr algn="just"/>
            <a:endParaRPr lang="en-US" sz="1200">
              <a:latin typeface="Nunito" pitchFamily="2" charset="0"/>
            </a:endParaRPr>
          </a:p>
          <a:p>
            <a:pPr algn="just"/>
            <a:r>
              <a:rPr lang="en-US" sz="1200">
                <a:latin typeface="Nunito" pitchFamily="2" charset="0"/>
              </a:rPr>
              <a:t>   The </a:t>
            </a:r>
            <a:r>
              <a:rPr lang="en-US" sz="1200" b="1">
                <a:latin typeface="Nunito" pitchFamily="2" charset="0"/>
              </a:rPr>
              <a:t>Experience</a:t>
            </a:r>
            <a:r>
              <a:rPr lang="en-US" sz="1200">
                <a:latin typeface="Nunito" pitchFamily="2" charset="0"/>
              </a:rPr>
              <a:t> feature contains distinct data anomalies, specifically negative integers like -1, -2, and -3. These are</a:t>
            </a:r>
          </a:p>
          <a:p>
            <a:pPr algn="just"/>
            <a:r>
              <a:rPr lang="en-US" sz="1200">
                <a:latin typeface="Nunito" pitchFamily="2" charset="0"/>
              </a:rPr>
              <a:t>   invalid entries that misrepresent the customers' professional history and require cleaning.</a:t>
            </a:r>
          </a:p>
          <a:p>
            <a:pPr algn="just"/>
            <a:endParaRPr lang="en-US" sz="1200">
              <a:latin typeface="Nunito" pitchFamily="2" charset="0"/>
            </a:endParaRPr>
          </a:p>
          <a:p>
            <a:pPr algn="just"/>
            <a:r>
              <a:rPr lang="en-US" sz="1200">
                <a:latin typeface="Nunito" pitchFamily="2" charset="0"/>
              </a:rPr>
              <a:t>   </a:t>
            </a:r>
            <a:r>
              <a:rPr lang="en-US" sz="1200" b="1">
                <a:latin typeface="Nunito" pitchFamily="2" charset="0"/>
              </a:rPr>
              <a:t>Education</a:t>
            </a:r>
            <a:r>
              <a:rPr lang="en-US" sz="1200">
                <a:latin typeface="Nunito" pitchFamily="2" charset="0"/>
              </a:rPr>
              <a:t> is also a reference, but because it is a number crescent where higher values mean higher education </a:t>
            </a:r>
          </a:p>
          <a:p>
            <a:pPr algn="just"/>
            <a:r>
              <a:rPr lang="en-US" sz="1200">
                <a:latin typeface="Nunito" pitchFamily="2" charset="0"/>
              </a:rPr>
              <a:t>   It is usable as it is. </a:t>
            </a:r>
          </a:p>
          <a:p>
            <a:pPr algn="just"/>
            <a:endParaRPr lang="en-US" sz="1200">
              <a:latin typeface="Nunito" pitchFamily="2" charset="0"/>
            </a:endParaRPr>
          </a:p>
          <a:p>
            <a:r>
              <a:rPr lang="en-US" sz="1200">
                <a:latin typeface="Nunito" pitchFamily="2" charset="0"/>
              </a:rPr>
              <a:t>   </a:t>
            </a:r>
            <a:r>
              <a:rPr lang="en-US" sz="1200" b="1">
                <a:latin typeface="Nunito" pitchFamily="2" charset="0"/>
              </a:rPr>
              <a:t>Personal_Loan, Securities_Account, CD_Account, Online, and  CreditCard </a:t>
            </a:r>
            <a:r>
              <a:rPr lang="en-US" sz="1200">
                <a:latin typeface="Nunito" pitchFamily="2" charset="0"/>
              </a:rPr>
              <a:t>are Boolean features efficient to split the </a:t>
            </a:r>
          </a:p>
          <a:p>
            <a:r>
              <a:rPr lang="en-US" sz="1200">
                <a:latin typeface="Nunito" pitchFamily="2" charset="0"/>
              </a:rPr>
              <a:t>   group, sometimes they can skew the results due to sparsity.</a:t>
            </a:r>
          </a:p>
          <a:p>
            <a:pPr algn="just"/>
            <a:endParaRPr lang="en-US" sz="1200">
              <a:latin typeface="Nunito" pitchFamily="2" charset="0"/>
            </a:endParaRPr>
          </a:p>
          <a:p>
            <a:pPr algn="just"/>
            <a:r>
              <a:rPr lang="en-US" sz="1200">
                <a:latin typeface="Nunito" pitchFamily="2" charset="0"/>
              </a:rPr>
              <a:t>   In particular, I missed the customer risk factor(Credit Score) and the length of the relationship with the Bank. </a:t>
            </a:r>
          </a:p>
          <a:p>
            <a:pPr marL="127000" lvl="0" algn="l" rtl="0">
              <a:lnSpc>
                <a:spcPct val="115000"/>
              </a:lnSpc>
              <a:spcBef>
                <a:spcPts val="1000"/>
              </a:spcBef>
              <a:spcAft>
                <a:spcPts val="0"/>
              </a:spcAft>
              <a:buSzPts val="1600"/>
            </a:pPr>
            <a:endParaRPr sz="1600">
              <a:latin typeface="Nunito"/>
              <a:ea typeface="Nunito"/>
              <a:cs typeface="Nunito"/>
              <a:sym typeface="Nunito"/>
            </a:endParaRPr>
          </a:p>
        </p:txBody>
      </p:sp>
    </p:spTree>
    <p:extLst>
      <p:ext uri="{BB962C8B-B14F-4D97-AF65-F5344CB8AC3E}">
        <p14:creationId xmlns:p14="http://schemas.microsoft.com/office/powerpoint/2010/main" val="31766027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53"/>
          <p:cNvSpPr txBox="1">
            <a:spLocks noGrp="1"/>
          </p:cNvSpPr>
          <p:nvPr>
            <p:ph type="title"/>
          </p:nvPr>
        </p:nvSpPr>
        <p:spPr>
          <a:xfrm>
            <a:off x="202550" y="136879"/>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a:solidFill>
                  <a:srgbClr val="0E39A9"/>
                </a:solidFill>
              </a:rPr>
              <a:t>Data Preprocessing	</a:t>
            </a:r>
            <a:endParaRPr sz="2400">
              <a:solidFill>
                <a:srgbClr val="0E39A9"/>
              </a:solidFill>
            </a:endParaRPr>
          </a:p>
        </p:txBody>
      </p:sp>
      <p:sp>
        <p:nvSpPr>
          <p:cNvPr id="244" name="Google Shape;244;p53"/>
          <p:cNvSpPr txBox="1"/>
          <p:nvPr/>
        </p:nvSpPr>
        <p:spPr>
          <a:xfrm>
            <a:off x="325250" y="808475"/>
            <a:ext cx="8397900" cy="1418820"/>
          </a:xfrm>
          <a:prstGeom prst="rect">
            <a:avLst/>
          </a:prstGeom>
          <a:noFill/>
          <a:ln>
            <a:noFill/>
          </a:ln>
        </p:spPr>
        <p:txBody>
          <a:bodyPr spcFirstLastPara="1" wrap="square" lIns="91425" tIns="91425" rIns="91425" bIns="91425" anchor="t" anchorCtr="0">
            <a:spAutoFit/>
          </a:bodyPr>
          <a:lstStyle/>
          <a:p>
            <a:pPr marL="457200" lvl="0" indent="-330200" algn="l" rtl="0">
              <a:lnSpc>
                <a:spcPct val="115000"/>
              </a:lnSpc>
              <a:spcBef>
                <a:spcPts val="1000"/>
              </a:spcBef>
              <a:spcAft>
                <a:spcPts val="0"/>
              </a:spcAft>
              <a:buSzPts val="1600"/>
              <a:buFont typeface="Nunito"/>
              <a:buChar char="●"/>
            </a:pPr>
            <a:r>
              <a:rPr lang="en" sz="1600">
                <a:latin typeface="Nunito"/>
                <a:ea typeface="Nunito"/>
                <a:cs typeface="Nunito"/>
                <a:sym typeface="Nunito"/>
              </a:rPr>
              <a:t>Duplicate value check </a:t>
            </a:r>
          </a:p>
          <a:p>
            <a:pPr marL="127000" lvl="0" algn="l" rtl="0">
              <a:lnSpc>
                <a:spcPct val="115000"/>
              </a:lnSpc>
              <a:spcBef>
                <a:spcPts val="1000"/>
              </a:spcBef>
              <a:spcAft>
                <a:spcPts val="0"/>
              </a:spcAft>
              <a:buSzPts val="1600"/>
            </a:pPr>
            <a:r>
              <a:rPr lang="en" sz="1600">
                <a:latin typeface="Nunito"/>
                <a:ea typeface="Nunito"/>
                <a:cs typeface="Nunito"/>
                <a:sym typeface="Nunito"/>
              </a:rPr>
              <a:t>      There is no duplicate customer data. </a:t>
            </a:r>
            <a:endParaRPr sz="1600">
              <a:latin typeface="Nunito"/>
              <a:ea typeface="Nunito"/>
              <a:cs typeface="Nunito"/>
              <a:sym typeface="Nunito"/>
            </a:endParaRPr>
          </a:p>
          <a:p>
            <a:pPr marL="457200" lvl="0" indent="-330200" algn="l" rtl="0">
              <a:lnSpc>
                <a:spcPct val="115000"/>
              </a:lnSpc>
              <a:spcBef>
                <a:spcPts val="1000"/>
              </a:spcBef>
              <a:spcAft>
                <a:spcPts val="0"/>
              </a:spcAft>
              <a:buSzPts val="1600"/>
              <a:buFont typeface="Nunito"/>
              <a:buChar char="●"/>
            </a:pPr>
            <a:endParaRPr sz="1600">
              <a:latin typeface="Nunito"/>
              <a:ea typeface="Nunito"/>
              <a:cs typeface="Nunito"/>
              <a:sym typeface="Nunito"/>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42">
          <a:extLst>
            <a:ext uri="{FF2B5EF4-FFF2-40B4-BE49-F238E27FC236}">
              <a16:creationId xmlns:a16="http://schemas.microsoft.com/office/drawing/2014/main" id="{30D83225-AB0F-0F76-F2F8-6D17E581D88C}"/>
            </a:ext>
          </a:extLst>
        </p:cNvPr>
        <p:cNvGrpSpPr/>
        <p:nvPr/>
      </p:nvGrpSpPr>
      <p:grpSpPr>
        <a:xfrm>
          <a:off x="0" y="0"/>
          <a:ext cx="0" cy="0"/>
          <a:chOff x="0" y="0"/>
          <a:chExt cx="0" cy="0"/>
        </a:xfrm>
      </p:grpSpPr>
      <p:sp>
        <p:nvSpPr>
          <p:cNvPr id="243" name="Google Shape;243;p53">
            <a:extLst>
              <a:ext uri="{FF2B5EF4-FFF2-40B4-BE49-F238E27FC236}">
                <a16:creationId xmlns:a16="http://schemas.microsoft.com/office/drawing/2014/main" id="{53C420F5-441E-8924-F8DD-AF2F2BF7395E}"/>
              </a:ext>
            </a:extLst>
          </p:cNvPr>
          <p:cNvSpPr txBox="1">
            <a:spLocks noGrp="1"/>
          </p:cNvSpPr>
          <p:nvPr>
            <p:ph type="title"/>
          </p:nvPr>
        </p:nvSpPr>
        <p:spPr>
          <a:xfrm>
            <a:off x="202550" y="136879"/>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a:solidFill>
                  <a:srgbClr val="0E39A9"/>
                </a:solidFill>
              </a:rPr>
              <a:t>Data Preprocessing	</a:t>
            </a:r>
            <a:endParaRPr sz="2400">
              <a:solidFill>
                <a:srgbClr val="0E39A9"/>
              </a:solidFill>
            </a:endParaRPr>
          </a:p>
        </p:txBody>
      </p:sp>
      <p:sp>
        <p:nvSpPr>
          <p:cNvPr id="244" name="Google Shape;244;p53">
            <a:extLst>
              <a:ext uri="{FF2B5EF4-FFF2-40B4-BE49-F238E27FC236}">
                <a16:creationId xmlns:a16="http://schemas.microsoft.com/office/drawing/2014/main" id="{FA452D12-DB04-8B9E-D1A1-9889F90A8522}"/>
              </a:ext>
            </a:extLst>
          </p:cNvPr>
          <p:cNvSpPr txBox="1"/>
          <p:nvPr/>
        </p:nvSpPr>
        <p:spPr>
          <a:xfrm>
            <a:off x="325250" y="808475"/>
            <a:ext cx="8397900" cy="2396523"/>
          </a:xfrm>
          <a:prstGeom prst="rect">
            <a:avLst/>
          </a:prstGeom>
          <a:noFill/>
          <a:ln>
            <a:noFill/>
          </a:ln>
        </p:spPr>
        <p:txBody>
          <a:bodyPr spcFirstLastPara="1" wrap="square" lIns="91425" tIns="91425" rIns="91425" bIns="91425" anchor="t" anchorCtr="0">
            <a:spAutoFit/>
          </a:bodyPr>
          <a:lstStyle/>
          <a:p>
            <a:pPr marL="457200" lvl="0" indent="-330200" algn="l" rtl="0">
              <a:lnSpc>
                <a:spcPct val="115000"/>
              </a:lnSpc>
              <a:spcBef>
                <a:spcPts val="1000"/>
              </a:spcBef>
              <a:spcAft>
                <a:spcPts val="0"/>
              </a:spcAft>
              <a:buSzPts val="1600"/>
              <a:buFont typeface="Nunito"/>
              <a:buChar char="●"/>
            </a:pPr>
            <a:r>
              <a:rPr lang="en" sz="1600">
                <a:latin typeface="Nunito"/>
                <a:ea typeface="Nunito"/>
                <a:cs typeface="Nunito"/>
                <a:sym typeface="Nunito"/>
              </a:rPr>
              <a:t>Duplicate value check </a:t>
            </a:r>
          </a:p>
          <a:p>
            <a:pPr marL="127000" lvl="0" algn="l" rtl="0">
              <a:lnSpc>
                <a:spcPct val="115000"/>
              </a:lnSpc>
              <a:spcBef>
                <a:spcPts val="1000"/>
              </a:spcBef>
              <a:spcAft>
                <a:spcPts val="0"/>
              </a:spcAft>
              <a:buSzPts val="1600"/>
            </a:pPr>
            <a:r>
              <a:rPr lang="en" sz="1600">
                <a:latin typeface="Nunito"/>
                <a:ea typeface="Nunito"/>
                <a:cs typeface="Nunito"/>
                <a:sym typeface="Nunito"/>
              </a:rPr>
              <a:t>      There is no duplicate customer data. </a:t>
            </a:r>
            <a:endParaRPr sz="1600">
              <a:latin typeface="Nunito"/>
              <a:ea typeface="Nunito"/>
              <a:cs typeface="Nunito"/>
              <a:sym typeface="Nunito"/>
            </a:endParaRPr>
          </a:p>
          <a:p>
            <a:pPr marL="457200" lvl="0" indent="-330200" algn="l" rtl="0">
              <a:lnSpc>
                <a:spcPct val="115000"/>
              </a:lnSpc>
              <a:spcBef>
                <a:spcPts val="1000"/>
              </a:spcBef>
              <a:spcAft>
                <a:spcPts val="0"/>
              </a:spcAft>
              <a:buSzPts val="1600"/>
              <a:buFont typeface="Nunito"/>
              <a:buChar char="●"/>
            </a:pPr>
            <a:r>
              <a:rPr lang="en" sz="1600">
                <a:latin typeface="Nunito"/>
                <a:ea typeface="Nunito"/>
                <a:cs typeface="Nunito"/>
                <a:sym typeface="Nunito"/>
              </a:rPr>
              <a:t>Missing value treatment</a:t>
            </a:r>
          </a:p>
          <a:p>
            <a:pPr marL="127000" lvl="0" algn="l" rtl="0">
              <a:lnSpc>
                <a:spcPct val="115000"/>
              </a:lnSpc>
              <a:spcBef>
                <a:spcPts val="1000"/>
              </a:spcBef>
              <a:spcAft>
                <a:spcPts val="0"/>
              </a:spcAft>
              <a:buSzPts val="1600"/>
            </a:pPr>
            <a:r>
              <a:rPr lang="en-US" sz="1600">
                <a:latin typeface="Nunito"/>
                <a:ea typeface="Nunito"/>
                <a:cs typeface="Nunito"/>
                <a:sym typeface="Nunito"/>
              </a:rPr>
              <a:t>      There are no missing values or null values in the dataset.</a:t>
            </a:r>
            <a:br>
              <a:rPr lang="en-US" sz="1600">
                <a:latin typeface="Nunito"/>
                <a:ea typeface="Nunito"/>
                <a:cs typeface="Nunito"/>
                <a:sym typeface="Nunito"/>
              </a:rPr>
            </a:br>
            <a:r>
              <a:rPr lang="en-US" sz="1600">
                <a:latin typeface="Nunito"/>
                <a:ea typeface="Nunito"/>
                <a:cs typeface="Nunito"/>
                <a:sym typeface="Nunito"/>
              </a:rPr>
              <a:t>      There is a hidden missing value in the Experience feature; it contains values</a:t>
            </a:r>
            <a:br>
              <a:rPr lang="en-US" sz="1600">
                <a:latin typeface="Nunito"/>
                <a:ea typeface="Nunito"/>
                <a:cs typeface="Nunito"/>
                <a:sym typeface="Nunito"/>
              </a:rPr>
            </a:br>
            <a:r>
              <a:rPr lang="en-US" sz="1600">
                <a:latin typeface="Nunito"/>
                <a:ea typeface="Nunito"/>
                <a:cs typeface="Nunito"/>
                <a:sym typeface="Nunito"/>
              </a:rPr>
              <a:t>      such as(-1,-2,-3). The average age of the hidden missing feature information is 24.5</a:t>
            </a:r>
            <a:endParaRPr sz="1600">
              <a:latin typeface="Nunito"/>
              <a:ea typeface="Nunito"/>
              <a:cs typeface="Nunito"/>
              <a:sym typeface="Nunito"/>
            </a:endParaRPr>
          </a:p>
        </p:txBody>
      </p:sp>
    </p:spTree>
    <p:extLst>
      <p:ext uri="{BB962C8B-B14F-4D97-AF65-F5344CB8AC3E}">
        <p14:creationId xmlns:p14="http://schemas.microsoft.com/office/powerpoint/2010/main" val="41132557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42">
          <a:extLst>
            <a:ext uri="{FF2B5EF4-FFF2-40B4-BE49-F238E27FC236}">
              <a16:creationId xmlns:a16="http://schemas.microsoft.com/office/drawing/2014/main" id="{5831FD07-441F-C473-9E93-F53E29FF6711}"/>
            </a:ext>
          </a:extLst>
        </p:cNvPr>
        <p:cNvGrpSpPr/>
        <p:nvPr/>
      </p:nvGrpSpPr>
      <p:grpSpPr>
        <a:xfrm>
          <a:off x="0" y="0"/>
          <a:ext cx="0" cy="0"/>
          <a:chOff x="0" y="0"/>
          <a:chExt cx="0" cy="0"/>
        </a:xfrm>
      </p:grpSpPr>
      <p:sp>
        <p:nvSpPr>
          <p:cNvPr id="243" name="Google Shape;243;p53">
            <a:extLst>
              <a:ext uri="{FF2B5EF4-FFF2-40B4-BE49-F238E27FC236}">
                <a16:creationId xmlns:a16="http://schemas.microsoft.com/office/drawing/2014/main" id="{94C712EF-88D1-1748-46CD-5AA82083840E}"/>
              </a:ext>
            </a:extLst>
          </p:cNvPr>
          <p:cNvSpPr txBox="1">
            <a:spLocks noGrp="1"/>
          </p:cNvSpPr>
          <p:nvPr>
            <p:ph type="title"/>
          </p:nvPr>
        </p:nvSpPr>
        <p:spPr>
          <a:xfrm>
            <a:off x="202550" y="136879"/>
            <a:ext cx="8520600" cy="572700"/>
          </a:xfrm>
          <a:prstGeom prst="rect">
            <a:avLst/>
          </a:prstGeom>
        </p:spPr>
        <p:txBody>
          <a:bodyPr spcFirstLastPara="1" wrap="square" lIns="91425" tIns="91425" rIns="91425" bIns="91425" anchor="t" anchorCtr="0">
            <a:noAutofit/>
          </a:bodyPr>
          <a:lstStyle/>
          <a:p>
            <a:r>
              <a:rPr lang="en" sz="2400">
                <a:solidFill>
                  <a:srgbClr val="0E39A9"/>
                </a:solidFill>
              </a:rPr>
              <a:t>Data Preprocessing - </a:t>
            </a:r>
            <a:r>
              <a:rPr lang="en-US" sz="2400">
                <a:solidFill>
                  <a:schemeClr val="tx2">
                    <a:lumMod val="75000"/>
                  </a:schemeClr>
                </a:solidFill>
              </a:rPr>
              <a:t>Feature Engineering</a:t>
            </a:r>
            <a:r>
              <a:rPr lang="en-US" sz="2400"/>
              <a:t> </a:t>
            </a:r>
            <a:br>
              <a:rPr lang="en-US" sz="2400"/>
            </a:br>
            <a:r>
              <a:rPr lang="en" sz="2400">
                <a:solidFill>
                  <a:srgbClr val="0E39A9"/>
                </a:solidFill>
              </a:rPr>
              <a:t>	</a:t>
            </a:r>
            <a:endParaRPr sz="2400">
              <a:solidFill>
                <a:srgbClr val="0E39A9"/>
              </a:solidFill>
            </a:endParaRPr>
          </a:p>
        </p:txBody>
      </p:sp>
      <p:sp>
        <p:nvSpPr>
          <p:cNvPr id="244" name="Google Shape;244;p53">
            <a:extLst>
              <a:ext uri="{FF2B5EF4-FFF2-40B4-BE49-F238E27FC236}">
                <a16:creationId xmlns:a16="http://schemas.microsoft.com/office/drawing/2014/main" id="{314372F2-D6AC-353A-F2D1-8A2503D99A28}"/>
              </a:ext>
            </a:extLst>
          </p:cNvPr>
          <p:cNvSpPr txBox="1"/>
          <p:nvPr/>
        </p:nvSpPr>
        <p:spPr>
          <a:xfrm>
            <a:off x="202550" y="709579"/>
            <a:ext cx="8397900" cy="4023122"/>
          </a:xfrm>
          <a:prstGeom prst="rect">
            <a:avLst/>
          </a:prstGeom>
          <a:noFill/>
          <a:ln>
            <a:noFill/>
          </a:ln>
        </p:spPr>
        <p:txBody>
          <a:bodyPr spcFirstLastPara="1" wrap="square" lIns="91425" tIns="91425" rIns="91425" bIns="91425" anchor="t" anchorCtr="0">
            <a:spAutoFit/>
          </a:bodyPr>
          <a:lstStyle/>
          <a:p>
            <a:pPr marL="457200" lvl="0" indent="-330200" algn="l" rtl="0">
              <a:lnSpc>
                <a:spcPct val="115000"/>
              </a:lnSpc>
              <a:spcBef>
                <a:spcPts val="1000"/>
              </a:spcBef>
              <a:spcAft>
                <a:spcPts val="0"/>
              </a:spcAft>
              <a:buSzPts val="1600"/>
              <a:buFont typeface="Nunito"/>
              <a:buChar char="●"/>
            </a:pPr>
            <a:r>
              <a:rPr lang="en-US">
                <a:latin typeface="Nunito"/>
                <a:ea typeface="Nunito"/>
                <a:cs typeface="Nunito"/>
                <a:sym typeface="Nunito"/>
              </a:rPr>
              <a:t>ZIP Code</a:t>
            </a:r>
          </a:p>
          <a:p>
            <a:pPr marL="127000" lvl="0">
              <a:lnSpc>
                <a:spcPct val="115000"/>
              </a:lnSpc>
              <a:spcBef>
                <a:spcPts val="1000"/>
              </a:spcBef>
              <a:buSzPts val="1600"/>
            </a:pPr>
            <a:r>
              <a:rPr lang="en-US">
                <a:latin typeface="Nunito"/>
                <a:ea typeface="Nunito"/>
                <a:cs typeface="Nunito"/>
                <a:sym typeface="Nunito"/>
              </a:rPr>
              <a:t>It is converted to a category item, which provides richer information when describing the features, such as Unique and Top. E.g., Top shows the most frequent zipcode in the dataset 94720, before slicing it. This is more important than the avg of the zipcode. </a:t>
            </a:r>
          </a:p>
          <a:p>
            <a:pPr marL="127000" lvl="0">
              <a:lnSpc>
                <a:spcPct val="115000"/>
              </a:lnSpc>
              <a:spcBef>
                <a:spcPts val="1000"/>
              </a:spcBef>
              <a:buSzPts val="1600"/>
            </a:pPr>
            <a:r>
              <a:rPr lang="en-US">
                <a:latin typeface="Nunito"/>
                <a:ea typeface="Nunito"/>
                <a:cs typeface="Nunito"/>
                <a:sym typeface="Nunito"/>
              </a:rPr>
              <a:t>The zipcode was reduced to the first 2 columns only to address the region, keep geography, and reduce overfitting. The zip code was too granular, so we reduced it to regions.</a:t>
            </a:r>
          </a:p>
          <a:p>
            <a:pPr marL="127000" lvl="0">
              <a:lnSpc>
                <a:spcPct val="115000"/>
              </a:lnSpc>
              <a:spcBef>
                <a:spcPts val="1000"/>
              </a:spcBef>
              <a:buSzPts val="1600"/>
            </a:pPr>
            <a:r>
              <a:rPr lang="en-US">
                <a:latin typeface="Nunito"/>
                <a:ea typeface="Nunito"/>
                <a:cs typeface="Nunito"/>
                <a:sym typeface="Nunito"/>
              </a:rPr>
              <a:t>It will reduce model complexity in the future.</a:t>
            </a:r>
            <a:endParaRPr>
              <a:latin typeface="Nunito"/>
              <a:ea typeface="Nunito"/>
              <a:cs typeface="Nunito"/>
              <a:sym typeface="Nunito"/>
            </a:endParaRPr>
          </a:p>
          <a:p>
            <a:pPr marL="457200" lvl="0" indent="-330200">
              <a:lnSpc>
                <a:spcPct val="115000"/>
              </a:lnSpc>
              <a:spcBef>
                <a:spcPts val="1000"/>
              </a:spcBef>
              <a:buSzPts val="1600"/>
              <a:buFont typeface="Nunito"/>
              <a:buChar char="●"/>
            </a:pPr>
            <a:r>
              <a:rPr lang="en">
                <a:latin typeface="Nunito"/>
                <a:sym typeface="Nunito"/>
              </a:rPr>
              <a:t>Boolean Columns </a:t>
            </a:r>
            <a:r>
              <a:rPr lang="en-US" sz="1100"/>
              <a:t>(Education,Personal_Loan,Securities_Account,CD_Account,Online,CreditCard)</a:t>
            </a:r>
          </a:p>
          <a:p>
            <a:pPr marL="127000" lvl="0">
              <a:lnSpc>
                <a:spcPct val="115000"/>
              </a:lnSpc>
              <a:spcBef>
                <a:spcPts val="1000"/>
              </a:spcBef>
              <a:buSzPts val="1600"/>
            </a:pPr>
            <a:r>
              <a:rPr lang="en-US">
                <a:latin typeface="Nunito"/>
                <a:sym typeface="Nunito"/>
              </a:rPr>
              <a:t>They are converted from int64 to category, allowing Python to treat them as labels rather than numbers with a mathematical relationship. They are properly plotted by plotting libraries</a:t>
            </a:r>
            <a:endParaRPr lang="en">
              <a:latin typeface="Nunito"/>
              <a:sym typeface="Nunito"/>
            </a:endParaRPr>
          </a:p>
          <a:p>
            <a:r>
              <a:rPr lang="en-US">
                <a:latin typeface="Nunito"/>
              </a:rPr>
              <a:t>   </a:t>
            </a:r>
          </a:p>
          <a:p>
            <a:pPr marL="127000" lvl="0" algn="l" rtl="0">
              <a:lnSpc>
                <a:spcPct val="115000"/>
              </a:lnSpc>
              <a:spcBef>
                <a:spcPts val="1000"/>
              </a:spcBef>
              <a:spcAft>
                <a:spcPts val="0"/>
              </a:spcAft>
              <a:buSzPts val="1600"/>
            </a:pPr>
            <a:endParaRPr>
              <a:latin typeface="Nunito"/>
              <a:ea typeface="Nunito"/>
              <a:cs typeface="Nunito"/>
              <a:sym typeface="Nunito"/>
            </a:endParaRPr>
          </a:p>
        </p:txBody>
      </p:sp>
    </p:spTree>
    <p:extLst>
      <p:ext uri="{BB962C8B-B14F-4D97-AF65-F5344CB8AC3E}">
        <p14:creationId xmlns:p14="http://schemas.microsoft.com/office/powerpoint/2010/main" val="9319325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42">
          <a:extLst>
            <a:ext uri="{FF2B5EF4-FFF2-40B4-BE49-F238E27FC236}">
              <a16:creationId xmlns:a16="http://schemas.microsoft.com/office/drawing/2014/main" id="{CFFF3541-953C-CBAB-9594-8D8C1F79A0EA}"/>
            </a:ext>
          </a:extLst>
        </p:cNvPr>
        <p:cNvGrpSpPr/>
        <p:nvPr/>
      </p:nvGrpSpPr>
      <p:grpSpPr>
        <a:xfrm>
          <a:off x="0" y="0"/>
          <a:ext cx="0" cy="0"/>
          <a:chOff x="0" y="0"/>
          <a:chExt cx="0" cy="0"/>
        </a:xfrm>
      </p:grpSpPr>
      <p:sp>
        <p:nvSpPr>
          <p:cNvPr id="243" name="Google Shape;243;p53">
            <a:extLst>
              <a:ext uri="{FF2B5EF4-FFF2-40B4-BE49-F238E27FC236}">
                <a16:creationId xmlns:a16="http://schemas.microsoft.com/office/drawing/2014/main" id="{A42D0C99-5AFA-EB34-BCD4-FE3E808BCBA4}"/>
              </a:ext>
            </a:extLst>
          </p:cNvPr>
          <p:cNvSpPr txBox="1">
            <a:spLocks noGrp="1"/>
          </p:cNvSpPr>
          <p:nvPr>
            <p:ph type="title"/>
          </p:nvPr>
        </p:nvSpPr>
        <p:spPr>
          <a:xfrm>
            <a:off x="202550" y="136879"/>
            <a:ext cx="8520600" cy="572700"/>
          </a:xfrm>
          <a:prstGeom prst="rect">
            <a:avLst/>
          </a:prstGeom>
        </p:spPr>
        <p:txBody>
          <a:bodyPr spcFirstLastPara="1" wrap="square" lIns="91425" tIns="91425" rIns="91425" bIns="91425" anchor="t" anchorCtr="0">
            <a:noAutofit/>
          </a:bodyPr>
          <a:lstStyle/>
          <a:p>
            <a:r>
              <a:rPr lang="en" sz="2400">
                <a:solidFill>
                  <a:srgbClr val="0E39A9"/>
                </a:solidFill>
              </a:rPr>
              <a:t>Data Preprocessing - </a:t>
            </a:r>
            <a:r>
              <a:rPr lang="en-US" sz="2000">
                <a:solidFill>
                  <a:srgbClr val="0E39A9"/>
                </a:solidFill>
              </a:rPr>
              <a:t>Outlier check (treatment if needed)</a:t>
            </a:r>
            <a:br>
              <a:rPr lang="en-US" sz="2000">
                <a:solidFill>
                  <a:srgbClr val="0E39A9"/>
                </a:solidFill>
              </a:rPr>
            </a:br>
            <a:r>
              <a:rPr lang="en" sz="2400">
                <a:solidFill>
                  <a:srgbClr val="0E39A9"/>
                </a:solidFill>
              </a:rPr>
              <a:t>	</a:t>
            </a:r>
            <a:endParaRPr sz="2400">
              <a:solidFill>
                <a:srgbClr val="0E39A9"/>
              </a:solidFill>
            </a:endParaRPr>
          </a:p>
        </p:txBody>
      </p:sp>
      <p:sp>
        <p:nvSpPr>
          <p:cNvPr id="2" name="Google Shape;244;p53">
            <a:extLst>
              <a:ext uri="{FF2B5EF4-FFF2-40B4-BE49-F238E27FC236}">
                <a16:creationId xmlns:a16="http://schemas.microsoft.com/office/drawing/2014/main" id="{416C0427-ACA1-1671-DDAA-EECE020F2CDB}"/>
              </a:ext>
            </a:extLst>
          </p:cNvPr>
          <p:cNvSpPr txBox="1"/>
          <p:nvPr/>
        </p:nvSpPr>
        <p:spPr>
          <a:xfrm>
            <a:off x="202550" y="709579"/>
            <a:ext cx="8397900" cy="5192160"/>
          </a:xfrm>
          <a:prstGeom prst="rect">
            <a:avLst/>
          </a:prstGeom>
          <a:noFill/>
          <a:ln>
            <a:noFill/>
          </a:ln>
        </p:spPr>
        <p:txBody>
          <a:bodyPr spcFirstLastPara="1" wrap="square" lIns="91425" tIns="91425" rIns="91425" bIns="91425" anchor="t" anchorCtr="0">
            <a:spAutoFit/>
          </a:bodyPr>
          <a:lstStyle/>
          <a:p>
            <a:pPr marL="127000" lvl="0" algn="l" rtl="0">
              <a:lnSpc>
                <a:spcPct val="115000"/>
              </a:lnSpc>
              <a:spcBef>
                <a:spcPts val="1000"/>
              </a:spcBef>
              <a:spcAft>
                <a:spcPts val="0"/>
              </a:spcAft>
              <a:buSzPts val="1600"/>
            </a:pPr>
            <a:r>
              <a:rPr lang="en-US">
                <a:latin typeface="Nunito"/>
                <a:ea typeface="Nunito"/>
                <a:cs typeface="Nunito"/>
                <a:sym typeface="Nunito"/>
              </a:rPr>
              <a:t>We used only the numeric columns to identify outliers; avoid treating labels as mathematical values.</a:t>
            </a:r>
          </a:p>
          <a:p>
            <a:pPr marL="127000" lvl="0">
              <a:lnSpc>
                <a:spcPct val="115000"/>
              </a:lnSpc>
              <a:spcBef>
                <a:spcPts val="1000"/>
              </a:spcBef>
              <a:buSzPts val="1600"/>
            </a:pPr>
            <a:r>
              <a:rPr lang="en-US">
                <a:latin typeface="Nunito"/>
                <a:ea typeface="Nunito"/>
                <a:cs typeface="Nunito"/>
                <a:sym typeface="Nunito"/>
              </a:rPr>
              <a:t>We identify the outlier by calculating the lower and upper bounds for each column. Anything below the lower limit or above the upper limit is tagged as an outlier. </a:t>
            </a:r>
          </a:p>
          <a:p>
            <a:pPr marL="127000" lvl="0">
              <a:lnSpc>
                <a:spcPct val="115000"/>
              </a:lnSpc>
              <a:spcBef>
                <a:spcPts val="1000"/>
              </a:spcBef>
              <a:buSzPts val="1600"/>
            </a:pPr>
            <a:r>
              <a:rPr lang="en-US">
                <a:latin typeface="Nunito"/>
                <a:ea typeface="Nunito"/>
                <a:cs typeface="Nunito"/>
                <a:sym typeface="Nunito"/>
              </a:rPr>
              <a:t>Some interesting findings</a:t>
            </a:r>
          </a:p>
          <a:p>
            <a:pPr marL="412750" lvl="0" indent="-285750">
              <a:lnSpc>
                <a:spcPct val="115000"/>
              </a:lnSpc>
              <a:spcBef>
                <a:spcPts val="1000"/>
              </a:spcBef>
              <a:buSzPts val="1600"/>
              <a:buFont typeface="Arial" panose="020B0604020202020204" pitchFamily="34" charset="0"/>
              <a:buChar char="•"/>
            </a:pPr>
            <a:r>
              <a:rPr lang="en-US">
                <a:latin typeface="Nunito"/>
                <a:ea typeface="Nunito"/>
                <a:cs typeface="Nunito"/>
                <a:sym typeface="Nunito"/>
              </a:rPr>
              <a:t>5.8% of customers have a mortgage above the $252.5 thousands.</a:t>
            </a:r>
          </a:p>
          <a:p>
            <a:pPr marL="412750" lvl="0" indent="-285750">
              <a:lnSpc>
                <a:spcPct val="115000"/>
              </a:lnSpc>
              <a:spcBef>
                <a:spcPts val="1000"/>
              </a:spcBef>
              <a:buSzPts val="1600"/>
              <a:buFont typeface="Arial" panose="020B0604020202020204" pitchFamily="34" charset="0"/>
              <a:buChar char="•"/>
            </a:pPr>
            <a:r>
              <a:rPr lang="en-US">
                <a:latin typeface="Nunito"/>
                <a:ea typeface="Nunito"/>
                <a:cs typeface="Nunito"/>
                <a:sym typeface="Nunito"/>
              </a:rPr>
              <a:t>Any income above $186.5k is an outlier, 1.92% of the customers fall</a:t>
            </a:r>
            <a:br>
              <a:rPr lang="en-US">
                <a:latin typeface="Nunito"/>
                <a:ea typeface="Nunito"/>
                <a:cs typeface="Nunito"/>
                <a:sym typeface="Nunito"/>
              </a:rPr>
            </a:br>
            <a:r>
              <a:rPr lang="en-US">
                <a:latin typeface="Nunito"/>
                <a:ea typeface="Nunito"/>
                <a:cs typeface="Nunito"/>
                <a:sym typeface="Nunito"/>
              </a:rPr>
              <a:t>into this category</a:t>
            </a:r>
          </a:p>
          <a:p>
            <a:pPr marL="412750" lvl="0" indent="-285750">
              <a:lnSpc>
                <a:spcPct val="115000"/>
              </a:lnSpc>
              <a:spcBef>
                <a:spcPts val="1000"/>
              </a:spcBef>
              <a:buSzPts val="1600"/>
              <a:buFont typeface="Arial" panose="020B0604020202020204" pitchFamily="34" charset="0"/>
              <a:buChar char="•"/>
            </a:pPr>
            <a:r>
              <a:rPr lang="en-US">
                <a:latin typeface="Nunito"/>
                <a:ea typeface="Nunito"/>
                <a:cs typeface="Nunito"/>
                <a:sym typeface="Nunito"/>
              </a:rPr>
              <a:t>6.48% of the customers have a credit card debt above $5.2k.</a:t>
            </a:r>
          </a:p>
          <a:p>
            <a:pPr marL="412750" lvl="0" indent="-285750">
              <a:lnSpc>
                <a:spcPct val="115000"/>
              </a:lnSpc>
              <a:spcBef>
                <a:spcPts val="1000"/>
              </a:spcBef>
              <a:buSzPts val="1600"/>
              <a:buFont typeface="Arial" panose="020B0604020202020204" pitchFamily="34" charset="0"/>
              <a:buChar char="•"/>
            </a:pPr>
            <a:endParaRPr lang="en-US">
              <a:latin typeface="Nunito"/>
              <a:ea typeface="Nunito"/>
              <a:cs typeface="Nunito"/>
              <a:sym typeface="Nunito"/>
            </a:endParaRPr>
          </a:p>
          <a:p>
            <a:pPr marL="412750" lvl="0" indent="-285750">
              <a:lnSpc>
                <a:spcPct val="115000"/>
              </a:lnSpc>
              <a:spcBef>
                <a:spcPts val="1000"/>
              </a:spcBef>
              <a:buSzPts val="1600"/>
              <a:buFont typeface="Arial" panose="020B0604020202020204" pitchFamily="34" charset="0"/>
              <a:buChar char="•"/>
            </a:pPr>
            <a:endParaRPr lang="en-US">
              <a:latin typeface="Nunito"/>
              <a:ea typeface="Nunito"/>
              <a:cs typeface="Nunito"/>
              <a:sym typeface="Nunito"/>
            </a:endParaRPr>
          </a:p>
          <a:p>
            <a:pPr marL="127000" lvl="0" algn="l" rtl="0">
              <a:lnSpc>
                <a:spcPct val="115000"/>
              </a:lnSpc>
              <a:spcBef>
                <a:spcPts val="1000"/>
              </a:spcBef>
              <a:spcAft>
                <a:spcPts val="0"/>
              </a:spcAft>
              <a:buSzPts val="1600"/>
            </a:pPr>
            <a:endParaRPr lang="en-US">
              <a:latin typeface="Nunito"/>
              <a:ea typeface="Nunito"/>
              <a:cs typeface="Nunito"/>
              <a:sym typeface="Nunito"/>
            </a:endParaRPr>
          </a:p>
          <a:p>
            <a:pPr marL="127000" lvl="0" algn="l" rtl="0">
              <a:lnSpc>
                <a:spcPct val="115000"/>
              </a:lnSpc>
              <a:spcBef>
                <a:spcPts val="1000"/>
              </a:spcBef>
              <a:spcAft>
                <a:spcPts val="0"/>
              </a:spcAft>
              <a:buSzPts val="1600"/>
            </a:pPr>
            <a:endParaRPr lang="en-US">
              <a:latin typeface="Nunito"/>
              <a:ea typeface="Nunito"/>
              <a:cs typeface="Nunito"/>
              <a:sym typeface="Nunito"/>
            </a:endParaRPr>
          </a:p>
          <a:p>
            <a:pPr marL="127000" lvl="0" algn="l" rtl="0">
              <a:lnSpc>
                <a:spcPct val="115000"/>
              </a:lnSpc>
              <a:spcBef>
                <a:spcPts val="1000"/>
              </a:spcBef>
              <a:spcAft>
                <a:spcPts val="0"/>
              </a:spcAft>
              <a:buSzPts val="1600"/>
            </a:pPr>
            <a:endParaRPr lang="en-US">
              <a:latin typeface="Nunito"/>
              <a:ea typeface="Nunito"/>
              <a:cs typeface="Nunito"/>
              <a:sym typeface="Nunito"/>
            </a:endParaRPr>
          </a:p>
          <a:p>
            <a:pPr marL="127000" lvl="0" algn="l" rtl="0">
              <a:lnSpc>
                <a:spcPct val="115000"/>
              </a:lnSpc>
              <a:spcBef>
                <a:spcPts val="1000"/>
              </a:spcBef>
              <a:spcAft>
                <a:spcPts val="0"/>
              </a:spcAft>
              <a:buSzPts val="1600"/>
            </a:pPr>
            <a:endParaRPr>
              <a:latin typeface="Nunito"/>
              <a:ea typeface="Nunito"/>
              <a:cs typeface="Nunito"/>
              <a:sym typeface="Nunito"/>
            </a:endParaRPr>
          </a:p>
        </p:txBody>
      </p:sp>
      <p:graphicFrame>
        <p:nvGraphicFramePr>
          <p:cNvPr id="5" name="Table 4">
            <a:extLst>
              <a:ext uri="{FF2B5EF4-FFF2-40B4-BE49-F238E27FC236}">
                <a16:creationId xmlns:a16="http://schemas.microsoft.com/office/drawing/2014/main" id="{7CAEA016-29F8-C5C1-A8EC-27D266C3F5BA}"/>
              </a:ext>
            </a:extLst>
          </p:cNvPr>
          <p:cNvGraphicFramePr>
            <a:graphicFrameLocks noGrp="1"/>
          </p:cNvGraphicFramePr>
          <p:nvPr>
            <p:extLst>
              <p:ext uri="{D42A27DB-BD31-4B8C-83A1-F6EECF244321}">
                <p14:modId xmlns:p14="http://schemas.microsoft.com/office/powerpoint/2010/main" val="1691718332"/>
              </p:ext>
            </p:extLst>
          </p:nvPr>
        </p:nvGraphicFramePr>
        <p:xfrm>
          <a:off x="6346555" y="2019564"/>
          <a:ext cx="2253893" cy="1104371"/>
        </p:xfrm>
        <a:graphic>
          <a:graphicData uri="http://schemas.openxmlformats.org/drawingml/2006/table">
            <a:tbl>
              <a:tblPr firstRow="1">
                <a:tableStyleId>{F5AB1C69-6EDB-4FF4-983F-18BD219EF322}</a:tableStyleId>
              </a:tblPr>
              <a:tblGrid>
                <a:gridCol w="629579">
                  <a:extLst>
                    <a:ext uri="{9D8B030D-6E8A-4147-A177-3AD203B41FA5}">
                      <a16:colId xmlns:a16="http://schemas.microsoft.com/office/drawing/2014/main" val="273109472"/>
                    </a:ext>
                  </a:extLst>
                </a:gridCol>
                <a:gridCol w="805861">
                  <a:extLst>
                    <a:ext uri="{9D8B030D-6E8A-4147-A177-3AD203B41FA5}">
                      <a16:colId xmlns:a16="http://schemas.microsoft.com/office/drawing/2014/main" val="2483886987"/>
                    </a:ext>
                  </a:extLst>
                </a:gridCol>
                <a:gridCol w="818453">
                  <a:extLst>
                    <a:ext uri="{9D8B030D-6E8A-4147-A177-3AD203B41FA5}">
                      <a16:colId xmlns:a16="http://schemas.microsoft.com/office/drawing/2014/main" val="14177578"/>
                    </a:ext>
                  </a:extLst>
                </a:gridCol>
              </a:tblGrid>
              <a:tr h="222523">
                <a:tc>
                  <a:txBody>
                    <a:bodyPr/>
                    <a:lstStyle/>
                    <a:p>
                      <a:pPr algn="ctr" fontAlgn="ctr">
                        <a:buNone/>
                      </a:pPr>
                      <a:r>
                        <a:rPr lang="en-US" sz="800" b="1" u="none" strike="noStrike">
                          <a:solidFill>
                            <a:srgbClr val="000000"/>
                          </a:solidFill>
                          <a:effectLst/>
                        </a:rPr>
                        <a:t> </a:t>
                      </a:r>
                      <a:endParaRPr lang="en-US" sz="800" b="1" i="0" u="none" strike="noStrike">
                        <a:solidFill>
                          <a:srgbClr val="000000"/>
                        </a:solidFill>
                        <a:effectLst/>
                        <a:latin typeface="Aptos Narrow" panose="020B0004020202020204" pitchFamily="34" charset="0"/>
                      </a:endParaRPr>
                    </a:p>
                  </a:txBody>
                  <a:tcPr marL="3810" marR="3810" marT="3810" marB="0" anchor="ctr"/>
                </a:tc>
                <a:tc>
                  <a:txBody>
                    <a:bodyPr/>
                    <a:lstStyle/>
                    <a:p>
                      <a:pPr algn="ctr" fontAlgn="ctr">
                        <a:buNone/>
                      </a:pPr>
                      <a:r>
                        <a:rPr lang="en-US" sz="800" b="1" u="none" strike="noStrike">
                          <a:solidFill>
                            <a:srgbClr val="000000"/>
                          </a:solidFill>
                          <a:effectLst/>
                        </a:rPr>
                        <a:t>Lower Bound</a:t>
                      </a:r>
                      <a:endParaRPr lang="en-US" sz="800" b="1" i="0" u="none" strike="noStrike">
                        <a:solidFill>
                          <a:srgbClr val="000000"/>
                        </a:solidFill>
                        <a:effectLst/>
                        <a:latin typeface="Aptos Narrow" panose="020B0004020202020204" pitchFamily="34" charset="0"/>
                      </a:endParaRPr>
                    </a:p>
                  </a:txBody>
                  <a:tcPr marL="3810" marR="3810" marT="3810" marB="0" anchor="ctr"/>
                </a:tc>
                <a:tc>
                  <a:txBody>
                    <a:bodyPr/>
                    <a:lstStyle/>
                    <a:p>
                      <a:pPr algn="ctr" fontAlgn="ctr">
                        <a:buNone/>
                      </a:pPr>
                      <a:r>
                        <a:rPr lang="en-US" sz="800" b="1" u="none" strike="noStrike">
                          <a:solidFill>
                            <a:srgbClr val="000000"/>
                          </a:solidFill>
                          <a:effectLst/>
                        </a:rPr>
                        <a:t>Upper Bound</a:t>
                      </a:r>
                      <a:endParaRPr lang="en-US" sz="800" b="1" i="0" u="none" strike="noStrike">
                        <a:solidFill>
                          <a:srgbClr val="000000"/>
                        </a:solidFill>
                        <a:effectLst/>
                        <a:latin typeface="Aptos Narrow" panose="020B0004020202020204" pitchFamily="34" charset="0"/>
                      </a:endParaRPr>
                    </a:p>
                  </a:txBody>
                  <a:tcPr marL="3810" marR="3810" marT="3810" marB="0" anchor="ctr"/>
                </a:tc>
                <a:extLst>
                  <a:ext uri="{0D108BD9-81ED-4DB2-BD59-A6C34878D82A}">
                    <a16:rowId xmlns:a16="http://schemas.microsoft.com/office/drawing/2014/main" val="3171820835"/>
                  </a:ext>
                </a:extLst>
              </a:tr>
              <a:tr h="131865">
                <a:tc>
                  <a:txBody>
                    <a:bodyPr/>
                    <a:lstStyle/>
                    <a:p>
                      <a:pPr algn="ctr" fontAlgn="ctr">
                        <a:buNone/>
                      </a:pPr>
                      <a:r>
                        <a:rPr lang="en-US" sz="800" b="1" u="none" strike="noStrike">
                          <a:solidFill>
                            <a:srgbClr val="000000"/>
                          </a:solidFill>
                          <a:effectLst/>
                        </a:rPr>
                        <a:t>Age</a:t>
                      </a:r>
                      <a:endParaRPr lang="en-US" sz="800" b="1" i="0" u="none" strike="noStrike">
                        <a:solidFill>
                          <a:srgbClr val="000000"/>
                        </a:solidFill>
                        <a:effectLst/>
                        <a:latin typeface="Aptos Narrow" panose="020B0004020202020204" pitchFamily="34" charset="0"/>
                      </a:endParaRPr>
                    </a:p>
                  </a:txBody>
                  <a:tcPr marL="3810" marR="3810" marT="3810" marB="0" anchor="ctr"/>
                </a:tc>
                <a:tc>
                  <a:txBody>
                    <a:bodyPr/>
                    <a:lstStyle/>
                    <a:p>
                      <a:pPr algn="r" fontAlgn="ctr">
                        <a:buNone/>
                      </a:pPr>
                      <a:r>
                        <a:rPr lang="en-US" sz="800" b="0" u="none" strike="noStrike">
                          <a:solidFill>
                            <a:srgbClr val="000000"/>
                          </a:solidFill>
                          <a:effectLst/>
                        </a:rPr>
                        <a:t>5</a:t>
                      </a:r>
                      <a:endParaRPr lang="en-US" sz="800" b="0" i="0" u="none" strike="noStrike">
                        <a:solidFill>
                          <a:srgbClr val="000000"/>
                        </a:solidFill>
                        <a:effectLst/>
                        <a:latin typeface="Aptos Narrow" panose="020B0004020202020204" pitchFamily="34" charset="0"/>
                      </a:endParaRPr>
                    </a:p>
                  </a:txBody>
                  <a:tcPr marL="3810" marR="3810" marT="3810" marB="0" anchor="ctr"/>
                </a:tc>
                <a:tc>
                  <a:txBody>
                    <a:bodyPr/>
                    <a:lstStyle/>
                    <a:p>
                      <a:pPr algn="r" fontAlgn="ctr">
                        <a:buNone/>
                      </a:pPr>
                      <a:r>
                        <a:rPr lang="en-US" sz="800" b="0" u="none" strike="noStrike">
                          <a:solidFill>
                            <a:srgbClr val="000000"/>
                          </a:solidFill>
                          <a:effectLst/>
                        </a:rPr>
                        <a:t>85</a:t>
                      </a:r>
                      <a:endParaRPr lang="en-US" sz="800" b="0" i="0" u="none" strike="noStrike">
                        <a:solidFill>
                          <a:srgbClr val="000000"/>
                        </a:solidFill>
                        <a:effectLst/>
                        <a:latin typeface="Aptos Narrow" panose="020B0004020202020204" pitchFamily="34" charset="0"/>
                      </a:endParaRPr>
                    </a:p>
                  </a:txBody>
                  <a:tcPr marL="3810" marR="3810" marT="3810" marB="0" anchor="ctr"/>
                </a:tc>
                <a:extLst>
                  <a:ext uri="{0D108BD9-81ED-4DB2-BD59-A6C34878D82A}">
                    <a16:rowId xmlns:a16="http://schemas.microsoft.com/office/drawing/2014/main" val="4001632507"/>
                  </a:ext>
                </a:extLst>
              </a:tr>
              <a:tr h="222523">
                <a:tc>
                  <a:txBody>
                    <a:bodyPr/>
                    <a:lstStyle/>
                    <a:p>
                      <a:pPr algn="ctr" fontAlgn="ctr">
                        <a:buNone/>
                      </a:pPr>
                      <a:r>
                        <a:rPr lang="en-US" sz="800" b="1" u="none" strike="noStrike">
                          <a:solidFill>
                            <a:srgbClr val="000000"/>
                          </a:solidFill>
                          <a:effectLst/>
                        </a:rPr>
                        <a:t>Experience</a:t>
                      </a:r>
                      <a:endParaRPr lang="en-US" sz="800" b="1" i="0" u="none" strike="noStrike">
                        <a:solidFill>
                          <a:srgbClr val="000000"/>
                        </a:solidFill>
                        <a:effectLst/>
                        <a:latin typeface="Aptos Narrow" panose="020B0004020202020204" pitchFamily="34" charset="0"/>
                      </a:endParaRPr>
                    </a:p>
                  </a:txBody>
                  <a:tcPr marL="3810" marR="3810" marT="3810" marB="0" anchor="ctr"/>
                </a:tc>
                <a:tc>
                  <a:txBody>
                    <a:bodyPr/>
                    <a:lstStyle/>
                    <a:p>
                      <a:pPr algn="r" fontAlgn="ctr">
                        <a:buNone/>
                      </a:pPr>
                      <a:r>
                        <a:rPr lang="en-US" sz="800" b="0" u="none" strike="noStrike">
                          <a:solidFill>
                            <a:srgbClr val="000000"/>
                          </a:solidFill>
                          <a:effectLst/>
                        </a:rPr>
                        <a:t>-20</a:t>
                      </a:r>
                      <a:endParaRPr lang="en-US" sz="800" b="0" i="0" u="none" strike="noStrike">
                        <a:solidFill>
                          <a:srgbClr val="000000"/>
                        </a:solidFill>
                        <a:effectLst/>
                        <a:latin typeface="Aptos Narrow" panose="020B0004020202020204" pitchFamily="34" charset="0"/>
                      </a:endParaRPr>
                    </a:p>
                  </a:txBody>
                  <a:tcPr marL="3810" marR="3810" marT="3810" marB="0" anchor="ctr"/>
                </a:tc>
                <a:tc>
                  <a:txBody>
                    <a:bodyPr/>
                    <a:lstStyle/>
                    <a:p>
                      <a:pPr algn="r" fontAlgn="ctr">
                        <a:buNone/>
                      </a:pPr>
                      <a:r>
                        <a:rPr lang="en-US" sz="800" b="0" u="none" strike="noStrike">
                          <a:solidFill>
                            <a:srgbClr val="000000"/>
                          </a:solidFill>
                          <a:effectLst/>
                        </a:rPr>
                        <a:t>60</a:t>
                      </a:r>
                      <a:endParaRPr lang="en-US" sz="800" b="0" i="0" u="none" strike="noStrike">
                        <a:solidFill>
                          <a:srgbClr val="000000"/>
                        </a:solidFill>
                        <a:effectLst/>
                        <a:latin typeface="Aptos Narrow" panose="020B0004020202020204" pitchFamily="34" charset="0"/>
                      </a:endParaRPr>
                    </a:p>
                  </a:txBody>
                  <a:tcPr marL="3810" marR="3810" marT="3810" marB="0" anchor="ctr"/>
                </a:tc>
                <a:extLst>
                  <a:ext uri="{0D108BD9-81ED-4DB2-BD59-A6C34878D82A}">
                    <a16:rowId xmlns:a16="http://schemas.microsoft.com/office/drawing/2014/main" val="2028651514"/>
                  </a:ext>
                </a:extLst>
              </a:tr>
              <a:tr h="131865">
                <a:tc>
                  <a:txBody>
                    <a:bodyPr/>
                    <a:lstStyle/>
                    <a:p>
                      <a:pPr algn="ctr" fontAlgn="ctr">
                        <a:buNone/>
                      </a:pPr>
                      <a:r>
                        <a:rPr lang="en-US" sz="800" b="1" u="none" strike="noStrike">
                          <a:solidFill>
                            <a:srgbClr val="000000"/>
                          </a:solidFill>
                          <a:effectLst/>
                        </a:rPr>
                        <a:t>Income</a:t>
                      </a:r>
                      <a:endParaRPr lang="en-US" sz="800" b="1" i="0" u="none" strike="noStrike">
                        <a:solidFill>
                          <a:srgbClr val="000000"/>
                        </a:solidFill>
                        <a:effectLst/>
                        <a:latin typeface="Aptos Narrow" panose="020B0004020202020204" pitchFamily="34" charset="0"/>
                      </a:endParaRPr>
                    </a:p>
                  </a:txBody>
                  <a:tcPr marL="3810" marR="3810" marT="3810" marB="0" anchor="ctr"/>
                </a:tc>
                <a:tc>
                  <a:txBody>
                    <a:bodyPr/>
                    <a:lstStyle/>
                    <a:p>
                      <a:pPr algn="r" fontAlgn="ctr">
                        <a:buNone/>
                      </a:pPr>
                      <a:r>
                        <a:rPr lang="en-US" sz="800" b="0" u="none" strike="noStrike">
                          <a:solidFill>
                            <a:srgbClr val="000000"/>
                          </a:solidFill>
                          <a:effectLst/>
                        </a:rPr>
                        <a:t>-49.5</a:t>
                      </a:r>
                      <a:endParaRPr lang="en-US" sz="800" b="0" i="0" u="none" strike="noStrike">
                        <a:solidFill>
                          <a:srgbClr val="000000"/>
                        </a:solidFill>
                        <a:effectLst/>
                        <a:latin typeface="Aptos Narrow" panose="020B0004020202020204" pitchFamily="34" charset="0"/>
                      </a:endParaRPr>
                    </a:p>
                  </a:txBody>
                  <a:tcPr marL="3810" marR="3810" marT="3810" marB="0" anchor="ctr"/>
                </a:tc>
                <a:tc>
                  <a:txBody>
                    <a:bodyPr/>
                    <a:lstStyle/>
                    <a:p>
                      <a:pPr algn="r" fontAlgn="ctr">
                        <a:buNone/>
                      </a:pPr>
                      <a:r>
                        <a:rPr lang="en-US" sz="800" b="0" u="none" strike="noStrike">
                          <a:solidFill>
                            <a:srgbClr val="000000"/>
                          </a:solidFill>
                          <a:effectLst/>
                        </a:rPr>
                        <a:t>186.5</a:t>
                      </a:r>
                      <a:endParaRPr lang="en-US" sz="800" b="0" i="0" u="none" strike="noStrike">
                        <a:solidFill>
                          <a:srgbClr val="000000"/>
                        </a:solidFill>
                        <a:effectLst/>
                        <a:latin typeface="Aptos Narrow" panose="020B0004020202020204" pitchFamily="34" charset="0"/>
                      </a:endParaRPr>
                    </a:p>
                  </a:txBody>
                  <a:tcPr marL="3810" marR="3810" marT="3810" marB="0" anchor="ctr"/>
                </a:tc>
                <a:extLst>
                  <a:ext uri="{0D108BD9-81ED-4DB2-BD59-A6C34878D82A}">
                    <a16:rowId xmlns:a16="http://schemas.microsoft.com/office/drawing/2014/main" val="1151693291"/>
                  </a:ext>
                </a:extLst>
              </a:tr>
              <a:tr h="131865">
                <a:tc>
                  <a:txBody>
                    <a:bodyPr/>
                    <a:lstStyle/>
                    <a:p>
                      <a:pPr algn="ctr" fontAlgn="ctr">
                        <a:buNone/>
                      </a:pPr>
                      <a:r>
                        <a:rPr lang="en-US" sz="800" b="1" u="none" strike="noStrike">
                          <a:solidFill>
                            <a:srgbClr val="000000"/>
                          </a:solidFill>
                          <a:effectLst/>
                        </a:rPr>
                        <a:t>Family</a:t>
                      </a:r>
                      <a:endParaRPr lang="en-US" sz="800" b="1" i="0" u="none" strike="noStrike">
                        <a:solidFill>
                          <a:srgbClr val="000000"/>
                        </a:solidFill>
                        <a:effectLst/>
                        <a:latin typeface="Aptos Narrow" panose="020B0004020202020204" pitchFamily="34" charset="0"/>
                      </a:endParaRPr>
                    </a:p>
                  </a:txBody>
                  <a:tcPr marL="3810" marR="3810" marT="3810" marB="0" anchor="ctr"/>
                </a:tc>
                <a:tc>
                  <a:txBody>
                    <a:bodyPr/>
                    <a:lstStyle/>
                    <a:p>
                      <a:pPr algn="r" fontAlgn="ctr">
                        <a:buNone/>
                      </a:pPr>
                      <a:r>
                        <a:rPr lang="en-US" sz="800" b="0" u="none" strike="noStrike">
                          <a:solidFill>
                            <a:srgbClr val="000000"/>
                          </a:solidFill>
                          <a:effectLst/>
                        </a:rPr>
                        <a:t>-2</a:t>
                      </a:r>
                      <a:endParaRPr lang="en-US" sz="800" b="0" i="0" u="none" strike="noStrike">
                        <a:solidFill>
                          <a:srgbClr val="000000"/>
                        </a:solidFill>
                        <a:effectLst/>
                        <a:latin typeface="Aptos Narrow" panose="020B0004020202020204" pitchFamily="34" charset="0"/>
                      </a:endParaRPr>
                    </a:p>
                  </a:txBody>
                  <a:tcPr marL="3810" marR="3810" marT="3810" marB="0" anchor="ctr"/>
                </a:tc>
                <a:tc>
                  <a:txBody>
                    <a:bodyPr/>
                    <a:lstStyle/>
                    <a:p>
                      <a:pPr algn="r" fontAlgn="ctr">
                        <a:buNone/>
                      </a:pPr>
                      <a:r>
                        <a:rPr lang="en-US" sz="800" b="0" u="none" strike="noStrike">
                          <a:solidFill>
                            <a:srgbClr val="000000"/>
                          </a:solidFill>
                          <a:effectLst/>
                        </a:rPr>
                        <a:t>6</a:t>
                      </a:r>
                      <a:endParaRPr lang="en-US" sz="800" b="0" i="0" u="none" strike="noStrike">
                        <a:solidFill>
                          <a:srgbClr val="000000"/>
                        </a:solidFill>
                        <a:effectLst/>
                        <a:latin typeface="Aptos Narrow" panose="020B0004020202020204" pitchFamily="34" charset="0"/>
                      </a:endParaRPr>
                    </a:p>
                  </a:txBody>
                  <a:tcPr marL="3810" marR="3810" marT="3810" marB="0" anchor="ctr"/>
                </a:tc>
                <a:extLst>
                  <a:ext uri="{0D108BD9-81ED-4DB2-BD59-A6C34878D82A}">
                    <a16:rowId xmlns:a16="http://schemas.microsoft.com/office/drawing/2014/main" val="1352073235"/>
                  </a:ext>
                </a:extLst>
              </a:tr>
              <a:tr h="131865">
                <a:tc>
                  <a:txBody>
                    <a:bodyPr/>
                    <a:lstStyle/>
                    <a:p>
                      <a:pPr algn="ctr" fontAlgn="ctr">
                        <a:buNone/>
                      </a:pPr>
                      <a:r>
                        <a:rPr lang="en-US" sz="800" b="1" u="none" strike="noStrike">
                          <a:solidFill>
                            <a:srgbClr val="000000"/>
                          </a:solidFill>
                          <a:effectLst/>
                        </a:rPr>
                        <a:t>CCAvg</a:t>
                      </a:r>
                      <a:endParaRPr lang="en-US" sz="800" b="1" i="0" u="none" strike="noStrike">
                        <a:solidFill>
                          <a:srgbClr val="000000"/>
                        </a:solidFill>
                        <a:effectLst/>
                        <a:latin typeface="Aptos Narrow" panose="020B0004020202020204" pitchFamily="34" charset="0"/>
                      </a:endParaRPr>
                    </a:p>
                  </a:txBody>
                  <a:tcPr marL="3810" marR="3810" marT="3810" marB="0" anchor="ctr"/>
                </a:tc>
                <a:tc>
                  <a:txBody>
                    <a:bodyPr/>
                    <a:lstStyle/>
                    <a:p>
                      <a:pPr algn="r" fontAlgn="ctr">
                        <a:buNone/>
                      </a:pPr>
                      <a:r>
                        <a:rPr lang="en-US" sz="800" b="0" u="none" strike="noStrike">
                          <a:solidFill>
                            <a:srgbClr val="000000"/>
                          </a:solidFill>
                          <a:effectLst/>
                        </a:rPr>
                        <a:t>-2</a:t>
                      </a:r>
                      <a:endParaRPr lang="en-US" sz="800" b="0" i="0" u="none" strike="noStrike">
                        <a:solidFill>
                          <a:srgbClr val="000000"/>
                        </a:solidFill>
                        <a:effectLst/>
                        <a:latin typeface="Aptos Narrow" panose="020B0004020202020204" pitchFamily="34" charset="0"/>
                      </a:endParaRPr>
                    </a:p>
                  </a:txBody>
                  <a:tcPr marL="3810" marR="3810" marT="3810" marB="0" anchor="ctr"/>
                </a:tc>
                <a:tc>
                  <a:txBody>
                    <a:bodyPr/>
                    <a:lstStyle/>
                    <a:p>
                      <a:pPr algn="r" fontAlgn="ctr">
                        <a:buNone/>
                      </a:pPr>
                      <a:r>
                        <a:rPr lang="en-US" sz="800" b="0" u="none" strike="noStrike">
                          <a:solidFill>
                            <a:srgbClr val="000000"/>
                          </a:solidFill>
                          <a:effectLst/>
                        </a:rPr>
                        <a:t>5.2</a:t>
                      </a:r>
                      <a:endParaRPr lang="en-US" sz="800" b="0" i="0" u="none" strike="noStrike">
                        <a:solidFill>
                          <a:srgbClr val="000000"/>
                        </a:solidFill>
                        <a:effectLst/>
                        <a:latin typeface="Aptos Narrow" panose="020B0004020202020204" pitchFamily="34" charset="0"/>
                      </a:endParaRPr>
                    </a:p>
                  </a:txBody>
                  <a:tcPr marL="3810" marR="3810" marT="3810" marB="0" anchor="ctr"/>
                </a:tc>
                <a:extLst>
                  <a:ext uri="{0D108BD9-81ED-4DB2-BD59-A6C34878D82A}">
                    <a16:rowId xmlns:a16="http://schemas.microsoft.com/office/drawing/2014/main" val="3571656262"/>
                  </a:ext>
                </a:extLst>
              </a:tr>
              <a:tr h="131865">
                <a:tc>
                  <a:txBody>
                    <a:bodyPr/>
                    <a:lstStyle/>
                    <a:p>
                      <a:pPr algn="ctr" fontAlgn="ctr">
                        <a:buNone/>
                      </a:pPr>
                      <a:r>
                        <a:rPr lang="en-US" sz="800" b="1" u="none" strike="noStrike">
                          <a:solidFill>
                            <a:srgbClr val="000000"/>
                          </a:solidFill>
                          <a:effectLst/>
                        </a:rPr>
                        <a:t>Mortgage</a:t>
                      </a:r>
                      <a:endParaRPr lang="en-US" sz="800" b="1" i="0" u="none" strike="noStrike">
                        <a:solidFill>
                          <a:srgbClr val="000000"/>
                        </a:solidFill>
                        <a:effectLst/>
                        <a:latin typeface="Aptos Narrow" panose="020B0004020202020204" pitchFamily="34" charset="0"/>
                      </a:endParaRPr>
                    </a:p>
                  </a:txBody>
                  <a:tcPr marL="3810" marR="3810" marT="3810" marB="0" anchor="ctr"/>
                </a:tc>
                <a:tc>
                  <a:txBody>
                    <a:bodyPr/>
                    <a:lstStyle/>
                    <a:p>
                      <a:pPr algn="r" fontAlgn="ctr">
                        <a:buNone/>
                      </a:pPr>
                      <a:r>
                        <a:rPr lang="en-US" sz="800" b="0" u="none" strike="noStrike">
                          <a:solidFill>
                            <a:srgbClr val="000000"/>
                          </a:solidFill>
                          <a:effectLst/>
                        </a:rPr>
                        <a:t>-151.5</a:t>
                      </a:r>
                      <a:endParaRPr lang="en-US" sz="800" b="0" i="0" u="none" strike="noStrike">
                        <a:solidFill>
                          <a:srgbClr val="000000"/>
                        </a:solidFill>
                        <a:effectLst/>
                        <a:latin typeface="Aptos Narrow" panose="020B0004020202020204" pitchFamily="34" charset="0"/>
                      </a:endParaRPr>
                    </a:p>
                  </a:txBody>
                  <a:tcPr marL="3810" marR="3810" marT="3810" marB="0" anchor="ctr"/>
                </a:tc>
                <a:tc>
                  <a:txBody>
                    <a:bodyPr/>
                    <a:lstStyle/>
                    <a:p>
                      <a:pPr algn="r" fontAlgn="ctr">
                        <a:buNone/>
                      </a:pPr>
                      <a:r>
                        <a:rPr lang="en-US" sz="800" b="0" u="none" strike="noStrike">
                          <a:solidFill>
                            <a:srgbClr val="000000"/>
                          </a:solidFill>
                          <a:effectLst/>
                        </a:rPr>
                        <a:t>252.5</a:t>
                      </a:r>
                      <a:endParaRPr lang="en-US" sz="800" b="0" i="0" u="none" strike="noStrike">
                        <a:solidFill>
                          <a:srgbClr val="000000"/>
                        </a:solidFill>
                        <a:effectLst/>
                        <a:latin typeface="Aptos Narrow" panose="020B0004020202020204" pitchFamily="34" charset="0"/>
                      </a:endParaRPr>
                    </a:p>
                  </a:txBody>
                  <a:tcPr marL="3810" marR="3810" marT="3810" marB="0" anchor="ctr"/>
                </a:tc>
                <a:extLst>
                  <a:ext uri="{0D108BD9-81ED-4DB2-BD59-A6C34878D82A}">
                    <a16:rowId xmlns:a16="http://schemas.microsoft.com/office/drawing/2014/main" val="4106365849"/>
                  </a:ext>
                </a:extLst>
              </a:tr>
            </a:tbl>
          </a:graphicData>
        </a:graphic>
      </p:graphicFrame>
      <p:graphicFrame>
        <p:nvGraphicFramePr>
          <p:cNvPr id="7" name="Table 6">
            <a:extLst>
              <a:ext uri="{FF2B5EF4-FFF2-40B4-BE49-F238E27FC236}">
                <a16:creationId xmlns:a16="http://schemas.microsoft.com/office/drawing/2014/main" id="{9E77789C-F9E8-2F33-F9F0-765488251D46}"/>
              </a:ext>
            </a:extLst>
          </p:cNvPr>
          <p:cNvGraphicFramePr>
            <a:graphicFrameLocks noGrp="1"/>
          </p:cNvGraphicFramePr>
          <p:nvPr>
            <p:extLst>
              <p:ext uri="{D42A27DB-BD31-4B8C-83A1-F6EECF244321}">
                <p14:modId xmlns:p14="http://schemas.microsoft.com/office/powerpoint/2010/main" val="1730232857"/>
              </p:ext>
            </p:extLst>
          </p:nvPr>
        </p:nvGraphicFramePr>
        <p:xfrm>
          <a:off x="6838501" y="3225393"/>
          <a:ext cx="1270000" cy="1131181"/>
        </p:xfrm>
        <a:graphic>
          <a:graphicData uri="http://schemas.openxmlformats.org/drawingml/2006/table">
            <a:tbl>
              <a:tblPr>
                <a:tableStyleId>{F5AB1C69-6EDB-4FF4-983F-18BD219EF322}</a:tableStyleId>
              </a:tblPr>
              <a:tblGrid>
                <a:gridCol w="635000">
                  <a:extLst>
                    <a:ext uri="{9D8B030D-6E8A-4147-A177-3AD203B41FA5}">
                      <a16:colId xmlns:a16="http://schemas.microsoft.com/office/drawing/2014/main" val="4048651570"/>
                    </a:ext>
                  </a:extLst>
                </a:gridCol>
                <a:gridCol w="635000">
                  <a:extLst>
                    <a:ext uri="{9D8B030D-6E8A-4147-A177-3AD203B41FA5}">
                      <a16:colId xmlns:a16="http://schemas.microsoft.com/office/drawing/2014/main" val="2291405725"/>
                    </a:ext>
                  </a:extLst>
                </a:gridCol>
              </a:tblGrid>
              <a:tr h="197173">
                <a:tc>
                  <a:txBody>
                    <a:bodyPr/>
                    <a:lstStyle/>
                    <a:p>
                      <a:pPr algn="l" fontAlgn="b">
                        <a:buNone/>
                      </a:pPr>
                      <a:r>
                        <a:rPr lang="en-US" sz="900" b="0" u="none" strike="noStrike">
                          <a:solidFill>
                            <a:srgbClr val="000000"/>
                          </a:solidFill>
                          <a:effectLst/>
                        </a:rPr>
                        <a:t>Age</a:t>
                      </a:r>
                      <a:endParaRPr lang="en-US" sz="900" b="0" i="0" u="none" strike="noStrike">
                        <a:solidFill>
                          <a:srgbClr val="000000"/>
                        </a:solidFill>
                        <a:effectLst/>
                        <a:latin typeface="Aptos Narrow" panose="020B0004020202020204" pitchFamily="34" charset="0"/>
                      </a:endParaRPr>
                    </a:p>
                  </a:txBody>
                  <a:tcPr marL="3810" marR="3810" marT="3810" marB="0" anchor="b"/>
                </a:tc>
                <a:tc>
                  <a:txBody>
                    <a:bodyPr/>
                    <a:lstStyle/>
                    <a:p>
                      <a:pPr algn="r" fontAlgn="b">
                        <a:buNone/>
                      </a:pPr>
                      <a:r>
                        <a:rPr lang="en-US" sz="900" b="0" u="none" strike="noStrike">
                          <a:solidFill>
                            <a:srgbClr val="000000"/>
                          </a:solidFill>
                          <a:effectLst/>
                        </a:rPr>
                        <a:t>0</a:t>
                      </a:r>
                      <a:endParaRPr lang="en-US" sz="900" b="0" i="0" u="none" strike="noStrike">
                        <a:solidFill>
                          <a:srgbClr val="000000"/>
                        </a:solidFill>
                        <a:effectLst/>
                        <a:latin typeface="Aptos Narrow" panose="020B0004020202020204" pitchFamily="34" charset="0"/>
                      </a:endParaRPr>
                    </a:p>
                  </a:txBody>
                  <a:tcPr marL="3810" marR="3810" marT="3810" marB="0" anchor="b"/>
                </a:tc>
                <a:extLst>
                  <a:ext uri="{0D108BD9-81ED-4DB2-BD59-A6C34878D82A}">
                    <a16:rowId xmlns:a16="http://schemas.microsoft.com/office/drawing/2014/main" val="2830412387"/>
                  </a:ext>
                </a:extLst>
              </a:tr>
              <a:tr h="182880">
                <a:tc>
                  <a:txBody>
                    <a:bodyPr/>
                    <a:lstStyle/>
                    <a:p>
                      <a:pPr algn="l" fontAlgn="b">
                        <a:buNone/>
                      </a:pPr>
                      <a:r>
                        <a:rPr lang="en-US" sz="900" b="0" u="none" strike="noStrike">
                          <a:solidFill>
                            <a:srgbClr val="000000"/>
                          </a:solidFill>
                          <a:effectLst/>
                        </a:rPr>
                        <a:t>Experience</a:t>
                      </a:r>
                      <a:endParaRPr lang="en-US" sz="900" b="0" i="0" u="none" strike="noStrike">
                        <a:solidFill>
                          <a:srgbClr val="000000"/>
                        </a:solidFill>
                        <a:effectLst/>
                        <a:latin typeface="Aptos Narrow" panose="020B0004020202020204" pitchFamily="34" charset="0"/>
                      </a:endParaRPr>
                    </a:p>
                  </a:txBody>
                  <a:tcPr marL="3810" marR="3810" marT="3810" marB="0" anchor="b"/>
                </a:tc>
                <a:tc>
                  <a:txBody>
                    <a:bodyPr/>
                    <a:lstStyle/>
                    <a:p>
                      <a:pPr algn="r" fontAlgn="b">
                        <a:buNone/>
                      </a:pPr>
                      <a:r>
                        <a:rPr lang="en-US" sz="900" b="0" u="none" strike="noStrike">
                          <a:solidFill>
                            <a:srgbClr val="000000"/>
                          </a:solidFill>
                          <a:effectLst/>
                        </a:rPr>
                        <a:t>0</a:t>
                      </a:r>
                      <a:endParaRPr lang="en-US" sz="900" b="0" i="0" u="none" strike="noStrike">
                        <a:solidFill>
                          <a:srgbClr val="000000"/>
                        </a:solidFill>
                        <a:effectLst/>
                        <a:latin typeface="Aptos Narrow" panose="020B0004020202020204" pitchFamily="34" charset="0"/>
                      </a:endParaRPr>
                    </a:p>
                  </a:txBody>
                  <a:tcPr marL="3810" marR="3810" marT="3810" marB="0" anchor="b"/>
                </a:tc>
                <a:extLst>
                  <a:ext uri="{0D108BD9-81ED-4DB2-BD59-A6C34878D82A}">
                    <a16:rowId xmlns:a16="http://schemas.microsoft.com/office/drawing/2014/main" val="49734849"/>
                  </a:ext>
                </a:extLst>
              </a:tr>
              <a:tr h="182880">
                <a:tc>
                  <a:txBody>
                    <a:bodyPr/>
                    <a:lstStyle/>
                    <a:p>
                      <a:pPr algn="l" fontAlgn="b">
                        <a:buNone/>
                      </a:pPr>
                      <a:r>
                        <a:rPr lang="en-US" sz="900" b="0" u="none" strike="noStrike">
                          <a:solidFill>
                            <a:srgbClr val="000000"/>
                          </a:solidFill>
                          <a:effectLst/>
                        </a:rPr>
                        <a:t>Income</a:t>
                      </a:r>
                      <a:endParaRPr lang="en-US" sz="900" b="0" i="0" u="none" strike="noStrike">
                        <a:solidFill>
                          <a:srgbClr val="000000"/>
                        </a:solidFill>
                        <a:effectLst/>
                        <a:latin typeface="Aptos Narrow" panose="020B0004020202020204" pitchFamily="34" charset="0"/>
                      </a:endParaRPr>
                    </a:p>
                  </a:txBody>
                  <a:tcPr marL="3810" marR="3810" marT="3810" marB="0" anchor="b"/>
                </a:tc>
                <a:tc>
                  <a:txBody>
                    <a:bodyPr/>
                    <a:lstStyle/>
                    <a:p>
                      <a:pPr algn="r" fontAlgn="b">
                        <a:buNone/>
                      </a:pPr>
                      <a:r>
                        <a:rPr lang="en-US" sz="900" b="0" u="none" strike="noStrike">
                          <a:solidFill>
                            <a:srgbClr val="000000"/>
                          </a:solidFill>
                          <a:effectLst/>
                        </a:rPr>
                        <a:t>1.92</a:t>
                      </a:r>
                      <a:endParaRPr lang="en-US" sz="900" b="0" i="0" u="none" strike="noStrike">
                        <a:solidFill>
                          <a:srgbClr val="000000"/>
                        </a:solidFill>
                        <a:effectLst/>
                        <a:latin typeface="Aptos Narrow" panose="020B0004020202020204" pitchFamily="34" charset="0"/>
                      </a:endParaRPr>
                    </a:p>
                  </a:txBody>
                  <a:tcPr marL="3810" marR="3810" marT="3810" marB="0" anchor="b"/>
                </a:tc>
                <a:extLst>
                  <a:ext uri="{0D108BD9-81ED-4DB2-BD59-A6C34878D82A}">
                    <a16:rowId xmlns:a16="http://schemas.microsoft.com/office/drawing/2014/main" val="2002733378"/>
                  </a:ext>
                </a:extLst>
              </a:tr>
              <a:tr h="202488">
                <a:tc>
                  <a:txBody>
                    <a:bodyPr/>
                    <a:lstStyle/>
                    <a:p>
                      <a:pPr algn="l" fontAlgn="b">
                        <a:buNone/>
                      </a:pPr>
                      <a:r>
                        <a:rPr lang="en-US" sz="900" b="0" u="none" strike="noStrike">
                          <a:solidFill>
                            <a:srgbClr val="000000"/>
                          </a:solidFill>
                          <a:effectLst/>
                        </a:rPr>
                        <a:t>Family</a:t>
                      </a:r>
                      <a:endParaRPr lang="en-US" sz="900" b="0" i="0" u="none" strike="noStrike">
                        <a:solidFill>
                          <a:srgbClr val="000000"/>
                        </a:solidFill>
                        <a:effectLst/>
                        <a:latin typeface="Aptos Narrow" panose="020B0004020202020204" pitchFamily="34" charset="0"/>
                      </a:endParaRPr>
                    </a:p>
                  </a:txBody>
                  <a:tcPr marL="3810" marR="3810" marT="3810" marB="0" anchor="b"/>
                </a:tc>
                <a:tc>
                  <a:txBody>
                    <a:bodyPr/>
                    <a:lstStyle/>
                    <a:p>
                      <a:pPr algn="r" fontAlgn="b">
                        <a:buNone/>
                      </a:pPr>
                      <a:r>
                        <a:rPr lang="en-US" sz="900" b="0" u="none" strike="noStrike">
                          <a:solidFill>
                            <a:srgbClr val="000000"/>
                          </a:solidFill>
                          <a:effectLst/>
                        </a:rPr>
                        <a:t>0</a:t>
                      </a:r>
                      <a:endParaRPr lang="en-US" sz="900" b="0" i="0" u="none" strike="noStrike">
                        <a:solidFill>
                          <a:srgbClr val="000000"/>
                        </a:solidFill>
                        <a:effectLst/>
                        <a:latin typeface="Aptos Narrow" panose="020B0004020202020204" pitchFamily="34" charset="0"/>
                      </a:endParaRPr>
                    </a:p>
                  </a:txBody>
                  <a:tcPr marL="3810" marR="3810" marT="3810" marB="0" anchor="b"/>
                </a:tc>
                <a:extLst>
                  <a:ext uri="{0D108BD9-81ED-4DB2-BD59-A6C34878D82A}">
                    <a16:rowId xmlns:a16="http://schemas.microsoft.com/office/drawing/2014/main" val="837406534"/>
                  </a:ext>
                </a:extLst>
              </a:tr>
              <a:tr h="182880">
                <a:tc>
                  <a:txBody>
                    <a:bodyPr/>
                    <a:lstStyle/>
                    <a:p>
                      <a:pPr algn="l" fontAlgn="b">
                        <a:buNone/>
                      </a:pPr>
                      <a:r>
                        <a:rPr lang="en-US" sz="900" b="0" u="none" strike="noStrike">
                          <a:solidFill>
                            <a:srgbClr val="000000"/>
                          </a:solidFill>
                          <a:effectLst/>
                        </a:rPr>
                        <a:t>CCAvg</a:t>
                      </a:r>
                      <a:endParaRPr lang="en-US" sz="900" b="0" i="0" u="none" strike="noStrike">
                        <a:solidFill>
                          <a:srgbClr val="000000"/>
                        </a:solidFill>
                        <a:effectLst/>
                        <a:latin typeface="Aptos Narrow" panose="020B0004020202020204" pitchFamily="34" charset="0"/>
                      </a:endParaRPr>
                    </a:p>
                  </a:txBody>
                  <a:tcPr marL="3810" marR="3810" marT="3810" marB="0" anchor="b"/>
                </a:tc>
                <a:tc>
                  <a:txBody>
                    <a:bodyPr/>
                    <a:lstStyle/>
                    <a:p>
                      <a:pPr algn="r" fontAlgn="b">
                        <a:buNone/>
                      </a:pPr>
                      <a:r>
                        <a:rPr lang="en-US" sz="900" b="0" u="none" strike="noStrike">
                          <a:solidFill>
                            <a:srgbClr val="000000"/>
                          </a:solidFill>
                          <a:effectLst/>
                        </a:rPr>
                        <a:t>6.48</a:t>
                      </a:r>
                      <a:endParaRPr lang="en-US" sz="900" b="0" i="0" u="none" strike="noStrike">
                        <a:solidFill>
                          <a:srgbClr val="000000"/>
                        </a:solidFill>
                        <a:effectLst/>
                        <a:latin typeface="Aptos Narrow" panose="020B0004020202020204" pitchFamily="34" charset="0"/>
                      </a:endParaRPr>
                    </a:p>
                  </a:txBody>
                  <a:tcPr marL="3810" marR="3810" marT="3810" marB="0" anchor="b"/>
                </a:tc>
                <a:extLst>
                  <a:ext uri="{0D108BD9-81ED-4DB2-BD59-A6C34878D82A}">
                    <a16:rowId xmlns:a16="http://schemas.microsoft.com/office/drawing/2014/main" val="1431955955"/>
                  </a:ext>
                </a:extLst>
              </a:tr>
              <a:tr h="182880">
                <a:tc>
                  <a:txBody>
                    <a:bodyPr/>
                    <a:lstStyle/>
                    <a:p>
                      <a:pPr algn="l" fontAlgn="b">
                        <a:buNone/>
                      </a:pPr>
                      <a:r>
                        <a:rPr lang="en-US" sz="900" b="0" u="none" strike="noStrike">
                          <a:solidFill>
                            <a:srgbClr val="000000"/>
                          </a:solidFill>
                          <a:effectLst/>
                        </a:rPr>
                        <a:t>Mortgage</a:t>
                      </a:r>
                      <a:endParaRPr lang="en-US" sz="900" b="0" i="0" u="none" strike="noStrike">
                        <a:solidFill>
                          <a:srgbClr val="000000"/>
                        </a:solidFill>
                        <a:effectLst/>
                        <a:latin typeface="Aptos Narrow" panose="020B0004020202020204" pitchFamily="34" charset="0"/>
                      </a:endParaRPr>
                    </a:p>
                  </a:txBody>
                  <a:tcPr marL="3810" marR="3810" marT="3810" marB="0" anchor="b"/>
                </a:tc>
                <a:tc>
                  <a:txBody>
                    <a:bodyPr/>
                    <a:lstStyle/>
                    <a:p>
                      <a:pPr algn="r" fontAlgn="b">
                        <a:buNone/>
                      </a:pPr>
                      <a:r>
                        <a:rPr lang="en-US" sz="900" b="0" u="none" strike="noStrike">
                          <a:solidFill>
                            <a:srgbClr val="000000"/>
                          </a:solidFill>
                          <a:effectLst/>
                        </a:rPr>
                        <a:t>5.82</a:t>
                      </a:r>
                      <a:endParaRPr lang="en-US" sz="900" b="0" i="0" u="none" strike="noStrike">
                        <a:solidFill>
                          <a:srgbClr val="000000"/>
                        </a:solidFill>
                        <a:effectLst/>
                        <a:latin typeface="Aptos Narrow" panose="020B0004020202020204" pitchFamily="34" charset="0"/>
                      </a:endParaRPr>
                    </a:p>
                  </a:txBody>
                  <a:tcPr marL="3810" marR="3810" marT="3810" marB="0" anchor="b"/>
                </a:tc>
                <a:extLst>
                  <a:ext uri="{0D108BD9-81ED-4DB2-BD59-A6C34878D82A}">
                    <a16:rowId xmlns:a16="http://schemas.microsoft.com/office/drawing/2014/main" val="3389222432"/>
                  </a:ext>
                </a:extLst>
              </a:tr>
            </a:tbl>
          </a:graphicData>
        </a:graphic>
      </p:graphicFrame>
    </p:spTree>
    <p:extLst>
      <p:ext uri="{BB962C8B-B14F-4D97-AF65-F5344CB8AC3E}">
        <p14:creationId xmlns:p14="http://schemas.microsoft.com/office/powerpoint/2010/main" val="36798513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42">
          <a:extLst>
            <a:ext uri="{FF2B5EF4-FFF2-40B4-BE49-F238E27FC236}">
              <a16:creationId xmlns:a16="http://schemas.microsoft.com/office/drawing/2014/main" id="{F134242E-CB69-54B6-E7E0-A368BEDDA960}"/>
            </a:ext>
          </a:extLst>
        </p:cNvPr>
        <p:cNvGrpSpPr/>
        <p:nvPr/>
      </p:nvGrpSpPr>
      <p:grpSpPr>
        <a:xfrm>
          <a:off x="0" y="0"/>
          <a:ext cx="0" cy="0"/>
          <a:chOff x="0" y="0"/>
          <a:chExt cx="0" cy="0"/>
        </a:xfrm>
      </p:grpSpPr>
      <p:sp>
        <p:nvSpPr>
          <p:cNvPr id="243" name="Google Shape;243;p53">
            <a:extLst>
              <a:ext uri="{FF2B5EF4-FFF2-40B4-BE49-F238E27FC236}">
                <a16:creationId xmlns:a16="http://schemas.microsoft.com/office/drawing/2014/main" id="{E9D24D9C-DF03-7489-1162-7CEDF9B55563}"/>
              </a:ext>
            </a:extLst>
          </p:cNvPr>
          <p:cNvSpPr txBox="1">
            <a:spLocks noGrp="1"/>
          </p:cNvSpPr>
          <p:nvPr>
            <p:ph type="title"/>
          </p:nvPr>
        </p:nvSpPr>
        <p:spPr>
          <a:xfrm>
            <a:off x="202550" y="136879"/>
            <a:ext cx="8520600" cy="572700"/>
          </a:xfrm>
          <a:prstGeom prst="rect">
            <a:avLst/>
          </a:prstGeom>
        </p:spPr>
        <p:txBody>
          <a:bodyPr spcFirstLastPara="1" wrap="square" lIns="91425" tIns="91425" rIns="91425" bIns="91425" anchor="t" anchorCtr="0">
            <a:noAutofit/>
          </a:bodyPr>
          <a:lstStyle/>
          <a:p>
            <a:r>
              <a:rPr lang="en" sz="2400">
                <a:solidFill>
                  <a:srgbClr val="0E39A9"/>
                </a:solidFill>
              </a:rPr>
              <a:t>Data Preprocessing - </a:t>
            </a:r>
            <a:r>
              <a:rPr lang="en-US" sz="2000">
                <a:solidFill>
                  <a:schemeClr val="tx2">
                    <a:lumMod val="75000"/>
                  </a:schemeClr>
                </a:solidFill>
              </a:rPr>
              <a:t>Data preprocessing for modeling</a:t>
            </a:r>
            <a:br>
              <a:rPr lang="en-US" sz="2400"/>
            </a:br>
            <a:r>
              <a:rPr lang="en" sz="2400">
                <a:solidFill>
                  <a:srgbClr val="0E39A9"/>
                </a:solidFill>
              </a:rPr>
              <a:t>	</a:t>
            </a:r>
            <a:endParaRPr sz="2400">
              <a:solidFill>
                <a:srgbClr val="0E39A9"/>
              </a:solidFill>
            </a:endParaRPr>
          </a:p>
        </p:txBody>
      </p:sp>
      <p:sp>
        <p:nvSpPr>
          <p:cNvPr id="244" name="Google Shape;244;p53">
            <a:extLst>
              <a:ext uri="{FF2B5EF4-FFF2-40B4-BE49-F238E27FC236}">
                <a16:creationId xmlns:a16="http://schemas.microsoft.com/office/drawing/2014/main" id="{E8B250BD-CA3E-36F6-5275-3F9A9F52C49B}"/>
              </a:ext>
            </a:extLst>
          </p:cNvPr>
          <p:cNvSpPr txBox="1"/>
          <p:nvPr/>
        </p:nvSpPr>
        <p:spPr>
          <a:xfrm>
            <a:off x="325250" y="808475"/>
            <a:ext cx="8397900" cy="3785621"/>
          </a:xfrm>
          <a:prstGeom prst="rect">
            <a:avLst/>
          </a:prstGeom>
          <a:noFill/>
          <a:ln>
            <a:noFill/>
          </a:ln>
        </p:spPr>
        <p:txBody>
          <a:bodyPr spcFirstLastPara="1" wrap="square" lIns="91425" tIns="91425" rIns="91425" bIns="91425" anchor="t" anchorCtr="0">
            <a:spAutoFit/>
          </a:bodyPr>
          <a:lstStyle/>
          <a:p>
            <a:pPr marL="457200" lvl="0" indent="-330200" algn="l" rtl="0">
              <a:lnSpc>
                <a:spcPct val="115000"/>
              </a:lnSpc>
              <a:spcBef>
                <a:spcPts val="1000"/>
              </a:spcBef>
              <a:spcAft>
                <a:spcPts val="0"/>
              </a:spcAft>
              <a:buSzPts val="1600"/>
              <a:buFont typeface="Nunito"/>
              <a:buChar char="●"/>
            </a:pPr>
            <a:r>
              <a:rPr lang="en-US" sz="1600">
                <a:latin typeface="Nunito"/>
                <a:ea typeface="Nunito"/>
                <a:cs typeface="Nunito"/>
                <a:sym typeface="Nunito"/>
              </a:rPr>
              <a:t>Given that Personal Loan and Experience were correlated, they were dropped. They have a 99.4% correlation. A Personal Loan is used as a result prediction validator.</a:t>
            </a:r>
          </a:p>
          <a:p>
            <a:pPr marL="457200" lvl="0" indent="-330200" algn="l" rtl="0">
              <a:lnSpc>
                <a:spcPct val="115000"/>
              </a:lnSpc>
              <a:spcBef>
                <a:spcPts val="1000"/>
              </a:spcBef>
              <a:spcAft>
                <a:spcPts val="0"/>
              </a:spcAft>
              <a:buSzPts val="1600"/>
              <a:buFont typeface="Nunito"/>
              <a:buChar char="●"/>
            </a:pPr>
            <a:r>
              <a:rPr lang="en-US" sz="1600">
                <a:latin typeface="Nunito"/>
                <a:ea typeface="Nunito"/>
                <a:cs typeface="Nunito"/>
                <a:sym typeface="Nunito"/>
              </a:rPr>
              <a:t>We split the data set after hot encoding the Zip code and Education. The result will be 17 columns for the model. Will only have Education_2 and Education_3 features, as we asked get_dummies to drop first in order to preserve memory.</a:t>
            </a:r>
          </a:p>
          <a:p>
            <a:pPr marL="457200" lvl="0" indent="-330200" algn="l" rtl="0">
              <a:lnSpc>
                <a:spcPct val="115000"/>
              </a:lnSpc>
              <a:spcBef>
                <a:spcPts val="1000"/>
              </a:spcBef>
              <a:spcAft>
                <a:spcPts val="0"/>
              </a:spcAft>
              <a:buSzPts val="1600"/>
              <a:buFont typeface="Nunito"/>
              <a:buChar char="●"/>
            </a:pPr>
            <a:r>
              <a:rPr lang="en-US" sz="1600">
                <a:latin typeface="Nunito"/>
                <a:ea typeface="Nunito"/>
                <a:cs typeface="Nunito"/>
                <a:sym typeface="Nunito"/>
              </a:rPr>
              <a:t>We split the dataset at 30%(1500 rows) test, 70%(3500 rows) for  training. </a:t>
            </a:r>
          </a:p>
          <a:p>
            <a:pPr marL="457200" lvl="0" indent="-330200" algn="l" rtl="0">
              <a:lnSpc>
                <a:spcPct val="115000"/>
              </a:lnSpc>
              <a:spcBef>
                <a:spcPts val="1000"/>
              </a:spcBef>
              <a:spcAft>
                <a:spcPts val="0"/>
              </a:spcAft>
              <a:buSzPts val="1600"/>
              <a:buFont typeface="Nunito"/>
              <a:buChar char="●"/>
            </a:pPr>
            <a:r>
              <a:rPr lang="en-US" sz="1600">
                <a:latin typeface="Nunito"/>
                <a:ea typeface="Nunito"/>
                <a:cs typeface="Nunito"/>
                <a:sym typeface="Nunito"/>
              </a:rPr>
              <a:t>The percentage of classes in test shows that we have an imbalanced dataset, around 90% of the customers did not accept the loan up to now.</a:t>
            </a:r>
          </a:p>
          <a:p>
            <a:pPr marL="457200" lvl="0" indent="-330200" algn="l" rtl="0">
              <a:lnSpc>
                <a:spcPct val="115000"/>
              </a:lnSpc>
              <a:spcBef>
                <a:spcPts val="1000"/>
              </a:spcBef>
              <a:spcAft>
                <a:spcPts val="0"/>
              </a:spcAft>
              <a:buSzPts val="1600"/>
              <a:buFont typeface="Nunito"/>
              <a:buChar char="●"/>
            </a:pPr>
            <a:endParaRPr lang="en-US" sz="1600">
              <a:latin typeface="Nunito"/>
              <a:ea typeface="Nunito"/>
              <a:cs typeface="Nunito"/>
              <a:sym typeface="Nunito"/>
            </a:endParaRPr>
          </a:p>
          <a:p>
            <a:pPr marL="457200" lvl="0" indent="-330200" algn="l" rtl="0">
              <a:lnSpc>
                <a:spcPct val="115000"/>
              </a:lnSpc>
              <a:spcBef>
                <a:spcPts val="1000"/>
              </a:spcBef>
              <a:spcAft>
                <a:spcPts val="0"/>
              </a:spcAft>
              <a:buSzPts val="1600"/>
              <a:buFont typeface="Nunito"/>
              <a:buChar char="●"/>
            </a:pPr>
            <a:endParaRPr sz="1600">
              <a:latin typeface="Nunito"/>
              <a:ea typeface="Nunito"/>
              <a:cs typeface="Nunito"/>
              <a:sym typeface="Nunito"/>
            </a:endParaRPr>
          </a:p>
        </p:txBody>
      </p:sp>
    </p:spTree>
    <p:extLst>
      <p:ext uri="{BB962C8B-B14F-4D97-AF65-F5344CB8AC3E}">
        <p14:creationId xmlns:p14="http://schemas.microsoft.com/office/powerpoint/2010/main" val="37414072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54"/>
          <p:cNvSpPr txBox="1">
            <a:spLocks noGrp="1"/>
          </p:cNvSpPr>
          <p:nvPr>
            <p:ph type="title"/>
          </p:nvPr>
        </p:nvSpPr>
        <p:spPr>
          <a:xfrm>
            <a:off x="202550" y="136879"/>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a:solidFill>
                  <a:srgbClr val="0E39A9"/>
                </a:solidFill>
              </a:rPr>
              <a:t>Model Building – Building steps of Decision Tree</a:t>
            </a:r>
            <a:endParaRPr sz="2400">
              <a:solidFill>
                <a:srgbClr val="0E39A9"/>
              </a:solidFill>
            </a:endParaRPr>
          </a:p>
          <a:p>
            <a:pPr marL="0" lvl="0" indent="0" algn="l" rtl="0">
              <a:spcBef>
                <a:spcPts val="0"/>
              </a:spcBef>
              <a:spcAft>
                <a:spcPts val="0"/>
              </a:spcAft>
              <a:buNone/>
            </a:pPr>
            <a:endParaRPr sz="2350">
              <a:solidFill>
                <a:srgbClr val="0E39A9"/>
              </a:solidFill>
            </a:endParaRPr>
          </a:p>
        </p:txBody>
      </p:sp>
      <p:sp>
        <p:nvSpPr>
          <p:cNvPr id="251" name="Google Shape;251;p54"/>
          <p:cNvSpPr txBox="1"/>
          <p:nvPr/>
        </p:nvSpPr>
        <p:spPr>
          <a:xfrm>
            <a:off x="325250" y="808475"/>
            <a:ext cx="8397900" cy="3347553"/>
          </a:xfrm>
          <a:prstGeom prst="rect">
            <a:avLst/>
          </a:prstGeom>
          <a:noFill/>
          <a:ln>
            <a:noFill/>
          </a:ln>
        </p:spPr>
        <p:txBody>
          <a:bodyPr spcFirstLastPara="1" wrap="square" lIns="91425" tIns="91425" rIns="91425" bIns="91425" anchor="t" anchorCtr="0">
            <a:spAutoFit/>
          </a:bodyPr>
          <a:lstStyle/>
          <a:p>
            <a:pPr marL="457200" lvl="0" indent="-330200" algn="l" rtl="0">
              <a:lnSpc>
                <a:spcPct val="115000"/>
              </a:lnSpc>
              <a:spcBef>
                <a:spcPts val="1000"/>
              </a:spcBef>
              <a:spcAft>
                <a:spcPts val="0"/>
              </a:spcAft>
              <a:buSzPts val="1600"/>
              <a:buFont typeface="Nunito"/>
              <a:buChar char="●"/>
            </a:pPr>
            <a:r>
              <a:rPr lang="en-US" sz="1600">
                <a:solidFill>
                  <a:schemeClr val="dk1"/>
                </a:solidFill>
                <a:latin typeface="Nunito"/>
                <a:ea typeface="Nunito"/>
                <a:cs typeface="Nunito"/>
                <a:sym typeface="Nunito"/>
              </a:rPr>
              <a:t>Clean up the dataset, categorize the features properly, and hot zone data like zip code and education to improve prediction accuracy. </a:t>
            </a:r>
          </a:p>
          <a:p>
            <a:pPr marL="457200" lvl="0" indent="-330200" algn="l" rtl="0">
              <a:lnSpc>
                <a:spcPct val="115000"/>
              </a:lnSpc>
              <a:spcBef>
                <a:spcPts val="1000"/>
              </a:spcBef>
              <a:spcAft>
                <a:spcPts val="0"/>
              </a:spcAft>
              <a:buSzPts val="1600"/>
              <a:buFont typeface="Nunito"/>
              <a:buChar char="●"/>
            </a:pPr>
            <a:r>
              <a:rPr lang="en-US" sz="1600">
                <a:solidFill>
                  <a:schemeClr val="dk1"/>
                </a:solidFill>
                <a:latin typeface="Nunito"/>
                <a:ea typeface="Nunito"/>
                <a:cs typeface="Nunito"/>
                <a:sym typeface="Nunito"/>
              </a:rPr>
              <a:t>Split the data into train and test. </a:t>
            </a:r>
          </a:p>
          <a:p>
            <a:pPr marL="457200" lvl="0" indent="-330200" algn="l" rtl="0">
              <a:lnSpc>
                <a:spcPct val="115000"/>
              </a:lnSpc>
              <a:spcBef>
                <a:spcPts val="1000"/>
              </a:spcBef>
              <a:spcAft>
                <a:spcPts val="0"/>
              </a:spcAft>
              <a:buSzPts val="1600"/>
              <a:buFont typeface="Nunito"/>
              <a:buChar char="●"/>
            </a:pPr>
            <a:r>
              <a:rPr lang="en-US" sz="1600">
                <a:solidFill>
                  <a:schemeClr val="dk1"/>
                </a:solidFill>
                <a:latin typeface="Nunito"/>
                <a:ea typeface="Nunito"/>
                <a:cs typeface="Nunito"/>
                <a:sym typeface="Nunito"/>
              </a:rPr>
              <a:t>Create the empty decision tree.</a:t>
            </a:r>
          </a:p>
          <a:p>
            <a:pPr marL="457200" lvl="0" indent="-330200" algn="l" rtl="0">
              <a:lnSpc>
                <a:spcPct val="115000"/>
              </a:lnSpc>
              <a:spcBef>
                <a:spcPts val="1000"/>
              </a:spcBef>
              <a:spcAft>
                <a:spcPts val="0"/>
              </a:spcAft>
              <a:buSzPts val="1600"/>
              <a:buFont typeface="Nunito"/>
              <a:buChar char="●"/>
            </a:pPr>
            <a:r>
              <a:rPr lang="en-US" sz="1600">
                <a:solidFill>
                  <a:schemeClr val="dk1"/>
                </a:solidFill>
                <a:latin typeface="Nunito"/>
                <a:ea typeface="Nunito"/>
                <a:cs typeface="Nunito"/>
                <a:sym typeface="Nunito"/>
              </a:rPr>
              <a:t>Fit the model to recursively build the tree structure. </a:t>
            </a:r>
          </a:p>
          <a:p>
            <a:pPr marL="412750" lvl="8" indent="-285750">
              <a:lnSpc>
                <a:spcPct val="115000"/>
              </a:lnSpc>
              <a:spcBef>
                <a:spcPts val="1000"/>
              </a:spcBef>
              <a:buSzPts val="1600"/>
              <a:buFont typeface="Courier New" panose="02070309020205020404" pitchFamily="49" charset="0"/>
              <a:buChar char="o"/>
            </a:pPr>
            <a:r>
              <a:rPr lang="en-US" sz="1600">
                <a:solidFill>
                  <a:schemeClr val="dk1"/>
                </a:solidFill>
                <a:latin typeface="Nunito"/>
                <a:ea typeface="Nunito"/>
                <a:cs typeface="Nunito"/>
                <a:sym typeface="Nunito"/>
              </a:rPr>
              <a:t>Select the best split to reduce impurity </a:t>
            </a:r>
          </a:p>
          <a:p>
            <a:pPr marL="412750" lvl="8" indent="-285750">
              <a:lnSpc>
                <a:spcPct val="115000"/>
              </a:lnSpc>
              <a:spcBef>
                <a:spcPts val="1000"/>
              </a:spcBef>
              <a:buSzPts val="1600"/>
              <a:buFont typeface="Courier New" panose="02070309020205020404" pitchFamily="49" charset="0"/>
              <a:buChar char="o"/>
            </a:pPr>
            <a:r>
              <a:rPr lang="en-US" sz="1600">
                <a:solidFill>
                  <a:schemeClr val="dk1"/>
                </a:solidFill>
                <a:latin typeface="Nunito"/>
                <a:ea typeface="Nunito"/>
                <a:cs typeface="Nunito"/>
                <a:sym typeface="Nunito"/>
              </a:rPr>
              <a:t>Split the dataset </a:t>
            </a:r>
          </a:p>
          <a:p>
            <a:pPr marL="412750" lvl="8" indent="-285750">
              <a:lnSpc>
                <a:spcPct val="115000"/>
              </a:lnSpc>
              <a:spcBef>
                <a:spcPts val="1000"/>
              </a:spcBef>
              <a:buSzPts val="1600"/>
              <a:buFont typeface="Courier New" panose="02070309020205020404" pitchFamily="49" charset="0"/>
              <a:buChar char="o"/>
            </a:pPr>
            <a:r>
              <a:rPr lang="en-US" sz="1600">
                <a:solidFill>
                  <a:schemeClr val="dk1"/>
                </a:solidFill>
                <a:latin typeface="Nunito"/>
                <a:ea typeface="Nunito"/>
                <a:cs typeface="Nunito"/>
                <a:sym typeface="Nunito"/>
              </a:rPr>
              <a:t>Repeat the process until a node is pure or reaches max depth.</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49">
          <a:extLst>
            <a:ext uri="{FF2B5EF4-FFF2-40B4-BE49-F238E27FC236}">
              <a16:creationId xmlns:a16="http://schemas.microsoft.com/office/drawing/2014/main" id="{FCFADC30-A781-1E63-9AA7-C4995700D4EC}"/>
            </a:ext>
          </a:extLst>
        </p:cNvPr>
        <p:cNvGrpSpPr/>
        <p:nvPr/>
      </p:nvGrpSpPr>
      <p:grpSpPr>
        <a:xfrm>
          <a:off x="0" y="0"/>
          <a:ext cx="0" cy="0"/>
          <a:chOff x="0" y="0"/>
          <a:chExt cx="0" cy="0"/>
        </a:xfrm>
      </p:grpSpPr>
      <p:sp>
        <p:nvSpPr>
          <p:cNvPr id="250" name="Google Shape;250;p54">
            <a:extLst>
              <a:ext uri="{FF2B5EF4-FFF2-40B4-BE49-F238E27FC236}">
                <a16:creationId xmlns:a16="http://schemas.microsoft.com/office/drawing/2014/main" id="{5E1A2EC4-29AF-C4D4-AF0A-F32098D04DCC}"/>
              </a:ext>
            </a:extLst>
          </p:cNvPr>
          <p:cNvSpPr txBox="1">
            <a:spLocks noGrp="1"/>
          </p:cNvSpPr>
          <p:nvPr>
            <p:ph type="title"/>
          </p:nvPr>
        </p:nvSpPr>
        <p:spPr>
          <a:xfrm>
            <a:off x="202550" y="136879"/>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a:solidFill>
                  <a:srgbClr val="0E39A9"/>
                </a:solidFill>
              </a:rPr>
              <a:t>Model Building – M</a:t>
            </a:r>
            <a:r>
              <a:rPr lang="en-US" sz="2400">
                <a:solidFill>
                  <a:srgbClr val="0E39A9"/>
                </a:solidFill>
              </a:rPr>
              <a:t>o</a:t>
            </a:r>
            <a:r>
              <a:rPr lang="en" sz="2400">
                <a:solidFill>
                  <a:srgbClr val="0E39A9"/>
                </a:solidFill>
              </a:rPr>
              <a:t>del Performance</a:t>
            </a:r>
            <a:endParaRPr sz="2400">
              <a:solidFill>
                <a:srgbClr val="0E39A9"/>
              </a:solidFill>
            </a:endParaRPr>
          </a:p>
          <a:p>
            <a:pPr marL="0" lvl="0" indent="0" algn="l" rtl="0">
              <a:spcBef>
                <a:spcPts val="0"/>
              </a:spcBef>
              <a:spcAft>
                <a:spcPts val="0"/>
              </a:spcAft>
              <a:buNone/>
            </a:pPr>
            <a:endParaRPr sz="2350">
              <a:solidFill>
                <a:srgbClr val="0E39A9"/>
              </a:solidFill>
            </a:endParaRPr>
          </a:p>
        </p:txBody>
      </p:sp>
      <p:sp>
        <p:nvSpPr>
          <p:cNvPr id="251" name="Google Shape;251;p54">
            <a:extLst>
              <a:ext uri="{FF2B5EF4-FFF2-40B4-BE49-F238E27FC236}">
                <a16:creationId xmlns:a16="http://schemas.microsoft.com/office/drawing/2014/main" id="{308DEA6A-7353-4C8A-EC22-F88E3596E4F5}"/>
              </a:ext>
            </a:extLst>
          </p:cNvPr>
          <p:cNvSpPr txBox="1"/>
          <p:nvPr/>
        </p:nvSpPr>
        <p:spPr>
          <a:xfrm>
            <a:off x="325250" y="808475"/>
            <a:ext cx="8397900" cy="2449615"/>
          </a:xfrm>
          <a:prstGeom prst="rect">
            <a:avLst/>
          </a:prstGeom>
          <a:noFill/>
          <a:ln>
            <a:noFill/>
          </a:ln>
        </p:spPr>
        <p:txBody>
          <a:bodyPr spcFirstLastPara="1" wrap="square" lIns="91425" tIns="91425" rIns="91425" bIns="91425" anchor="t" anchorCtr="0">
            <a:spAutoFit/>
          </a:bodyPr>
          <a:lstStyle/>
          <a:p>
            <a:pPr marL="457200" lvl="0" indent="-330200" algn="l" rtl="0">
              <a:lnSpc>
                <a:spcPct val="115000"/>
              </a:lnSpc>
              <a:spcBef>
                <a:spcPts val="1000"/>
              </a:spcBef>
              <a:spcAft>
                <a:spcPts val="0"/>
              </a:spcAft>
              <a:buSzPts val="1600"/>
              <a:buFont typeface="Nunito"/>
              <a:buChar char="●"/>
            </a:pPr>
            <a:r>
              <a:rPr lang="en-US" sz="1100">
                <a:solidFill>
                  <a:schemeClr val="dk1"/>
                </a:solidFill>
                <a:latin typeface="Nunito"/>
                <a:ea typeface="Nunito"/>
                <a:cs typeface="Nunito"/>
                <a:sym typeface="Nunito"/>
              </a:rPr>
              <a:t>The first model is overfitting, 3169 TN and 331 TP, 0 FP and 0 FN, which leads to Accuracy, Recall, Precision, and F1 = 1.  It gets 100 on the training data, which means it probably did not understand the problem. It may need pruning to get fixed.</a:t>
            </a:r>
          </a:p>
          <a:p>
            <a:pPr marL="457200" lvl="0" indent="-330200" algn="l" rtl="0">
              <a:lnSpc>
                <a:spcPct val="115000"/>
              </a:lnSpc>
              <a:spcBef>
                <a:spcPts val="1000"/>
              </a:spcBef>
              <a:spcAft>
                <a:spcPts val="0"/>
              </a:spcAft>
              <a:buSzPts val="1600"/>
              <a:buFont typeface="Nunito"/>
              <a:buChar char="●"/>
            </a:pPr>
            <a:r>
              <a:rPr lang="en-US" sz="1100">
                <a:solidFill>
                  <a:schemeClr val="dk1"/>
                </a:solidFill>
                <a:latin typeface="Nunito"/>
                <a:ea typeface="Nunito"/>
                <a:cs typeface="Nunito"/>
                <a:sym typeface="Nunito"/>
              </a:rPr>
              <a:t>The confusion matrix of the test data shows 1340 TN, 139 TP, 10 FN, 11 FP. Recall shows that we caught 139 out of 149 borrowers (139/(139+10) = 93%). We successfully identified 131 borrowers. </a:t>
            </a:r>
          </a:p>
          <a:p>
            <a:pPr marL="457200" lvl="0" indent="-330200">
              <a:lnSpc>
                <a:spcPct val="115000"/>
              </a:lnSpc>
              <a:spcBef>
                <a:spcPts val="1000"/>
              </a:spcBef>
              <a:buSzPts val="1600"/>
              <a:buFont typeface="Nunito"/>
              <a:buChar char="●"/>
            </a:pPr>
            <a:r>
              <a:rPr lang="en-US" sz="1100"/>
              <a:t>The model looked perfect during training, with no FN or FP; the test data revealed that it was not true. We successfully captured 93% of the borrowers, but missed 07% (10 people). To capture these 10 customers, we need to prune the tree or adjust the class weight.</a:t>
            </a:r>
          </a:p>
          <a:p>
            <a:pPr marL="457200" lvl="0" indent="-330200">
              <a:lnSpc>
                <a:spcPct val="115000"/>
              </a:lnSpc>
              <a:spcBef>
                <a:spcPts val="1000"/>
              </a:spcBef>
              <a:buSzPts val="1600"/>
              <a:buFont typeface="Nunito"/>
              <a:buChar char="●"/>
            </a:pPr>
            <a:r>
              <a:rPr lang="en-US" sz="1100">
                <a:solidFill>
                  <a:schemeClr val="dk1"/>
                </a:solidFill>
                <a:latin typeface="Nunito"/>
                <a:ea typeface="Nunito"/>
                <a:cs typeface="Nunito"/>
                <a:sym typeface="Nunito"/>
              </a:rPr>
              <a:t>Overall, the model performed excellently. </a:t>
            </a:r>
            <a:r>
              <a:rPr lang="en-US" sz="1100"/>
              <a:t>It captures 93% of the </a:t>
            </a:r>
            <a:r>
              <a:rPr lang="en-US" sz="1100" b="1"/>
              <a:t>market</a:t>
            </a:r>
            <a:r>
              <a:rPr lang="en-US" sz="1100"/>
              <a:t> in the test set. For a bank trying to grow "Beyond 9%," this is an excellent result. There are only 10 missed opportunities.</a:t>
            </a:r>
            <a:endParaRPr sz="1100">
              <a:solidFill>
                <a:schemeClr val="dk1"/>
              </a:solidFill>
              <a:latin typeface="Nunito"/>
              <a:ea typeface="Nunito"/>
              <a:cs typeface="Nunito"/>
              <a:sym typeface="Nunito"/>
            </a:endParaRPr>
          </a:p>
        </p:txBody>
      </p:sp>
      <p:pic>
        <p:nvPicPr>
          <p:cNvPr id="3" name="Picture 2">
            <a:extLst>
              <a:ext uri="{FF2B5EF4-FFF2-40B4-BE49-F238E27FC236}">
                <a16:creationId xmlns:a16="http://schemas.microsoft.com/office/drawing/2014/main" id="{BC2B2AF9-0668-105D-9F99-F8D265DECE94}"/>
              </a:ext>
            </a:extLst>
          </p:cNvPr>
          <p:cNvPicPr>
            <a:picLocks noChangeAspect="1"/>
          </p:cNvPicPr>
          <p:nvPr/>
        </p:nvPicPr>
        <p:blipFill>
          <a:blip r:embed="rId3"/>
          <a:stretch>
            <a:fillRect/>
          </a:stretch>
        </p:blipFill>
        <p:spPr>
          <a:xfrm>
            <a:off x="953143" y="3285817"/>
            <a:ext cx="1986527" cy="1422783"/>
          </a:xfrm>
          <a:prstGeom prst="rect">
            <a:avLst/>
          </a:prstGeom>
        </p:spPr>
      </p:pic>
      <p:sp>
        <p:nvSpPr>
          <p:cNvPr id="4" name="TextBox 3">
            <a:extLst>
              <a:ext uri="{FF2B5EF4-FFF2-40B4-BE49-F238E27FC236}">
                <a16:creationId xmlns:a16="http://schemas.microsoft.com/office/drawing/2014/main" id="{B39271AD-2EA2-B084-8A0B-D22A61D13725}"/>
              </a:ext>
            </a:extLst>
          </p:cNvPr>
          <p:cNvSpPr txBox="1"/>
          <p:nvPr/>
        </p:nvSpPr>
        <p:spPr>
          <a:xfrm>
            <a:off x="1388468" y="4650586"/>
            <a:ext cx="1115878" cy="246221"/>
          </a:xfrm>
          <a:prstGeom prst="rect">
            <a:avLst/>
          </a:prstGeom>
          <a:noFill/>
        </p:spPr>
        <p:txBody>
          <a:bodyPr wrap="square" rtlCol="0">
            <a:spAutoFit/>
          </a:bodyPr>
          <a:lstStyle/>
          <a:p>
            <a:r>
              <a:rPr lang="en-US" sz="1000"/>
              <a:t>Training Data</a:t>
            </a:r>
          </a:p>
        </p:txBody>
      </p:sp>
      <p:pic>
        <p:nvPicPr>
          <p:cNvPr id="14" name="Picture 13">
            <a:extLst>
              <a:ext uri="{FF2B5EF4-FFF2-40B4-BE49-F238E27FC236}">
                <a16:creationId xmlns:a16="http://schemas.microsoft.com/office/drawing/2014/main" id="{B83C0F46-96E5-8BAD-11D5-DEF1B4D790AB}"/>
              </a:ext>
            </a:extLst>
          </p:cNvPr>
          <p:cNvPicPr>
            <a:picLocks noChangeAspect="1"/>
          </p:cNvPicPr>
          <p:nvPr/>
        </p:nvPicPr>
        <p:blipFill>
          <a:blip r:embed="rId4"/>
          <a:stretch>
            <a:fillRect/>
          </a:stretch>
        </p:blipFill>
        <p:spPr>
          <a:xfrm>
            <a:off x="3735091" y="3258090"/>
            <a:ext cx="2166822" cy="1450510"/>
          </a:xfrm>
          <a:prstGeom prst="rect">
            <a:avLst/>
          </a:prstGeom>
        </p:spPr>
      </p:pic>
      <p:sp>
        <p:nvSpPr>
          <p:cNvPr id="15" name="TextBox 14">
            <a:extLst>
              <a:ext uri="{FF2B5EF4-FFF2-40B4-BE49-F238E27FC236}">
                <a16:creationId xmlns:a16="http://schemas.microsoft.com/office/drawing/2014/main" id="{FAE5B4B5-5BE3-8A5D-AFEB-15F0A7ED2B6D}"/>
              </a:ext>
            </a:extLst>
          </p:cNvPr>
          <p:cNvSpPr txBox="1"/>
          <p:nvPr/>
        </p:nvSpPr>
        <p:spPr>
          <a:xfrm>
            <a:off x="4260563" y="4650586"/>
            <a:ext cx="1115878" cy="246221"/>
          </a:xfrm>
          <a:prstGeom prst="rect">
            <a:avLst/>
          </a:prstGeom>
          <a:noFill/>
        </p:spPr>
        <p:txBody>
          <a:bodyPr wrap="square" rtlCol="0">
            <a:spAutoFit/>
          </a:bodyPr>
          <a:lstStyle/>
          <a:p>
            <a:r>
              <a:rPr lang="en-US" sz="1000"/>
              <a:t>Test Data</a:t>
            </a:r>
          </a:p>
        </p:txBody>
      </p:sp>
    </p:spTree>
    <p:extLst>
      <p:ext uri="{BB962C8B-B14F-4D97-AF65-F5344CB8AC3E}">
        <p14:creationId xmlns:p14="http://schemas.microsoft.com/office/powerpoint/2010/main" val="37957594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49">
          <a:extLst>
            <a:ext uri="{FF2B5EF4-FFF2-40B4-BE49-F238E27FC236}">
              <a16:creationId xmlns:a16="http://schemas.microsoft.com/office/drawing/2014/main" id="{5D1D790D-8255-489D-AB5A-C5E1093818FB}"/>
            </a:ext>
          </a:extLst>
        </p:cNvPr>
        <p:cNvGrpSpPr/>
        <p:nvPr/>
      </p:nvGrpSpPr>
      <p:grpSpPr>
        <a:xfrm>
          <a:off x="0" y="0"/>
          <a:ext cx="0" cy="0"/>
          <a:chOff x="0" y="0"/>
          <a:chExt cx="0" cy="0"/>
        </a:xfrm>
      </p:grpSpPr>
      <p:sp>
        <p:nvSpPr>
          <p:cNvPr id="250" name="Google Shape;250;p54">
            <a:extLst>
              <a:ext uri="{FF2B5EF4-FFF2-40B4-BE49-F238E27FC236}">
                <a16:creationId xmlns:a16="http://schemas.microsoft.com/office/drawing/2014/main" id="{ECBC4193-6F19-86C9-6CF5-786864DC71D4}"/>
              </a:ext>
            </a:extLst>
          </p:cNvPr>
          <p:cNvSpPr txBox="1">
            <a:spLocks noGrp="1"/>
          </p:cNvSpPr>
          <p:nvPr>
            <p:ph type="title"/>
          </p:nvPr>
        </p:nvSpPr>
        <p:spPr>
          <a:xfrm>
            <a:off x="202550" y="136879"/>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a:solidFill>
                  <a:srgbClr val="0E39A9"/>
                </a:solidFill>
              </a:rPr>
              <a:t>Model Building – M</a:t>
            </a:r>
            <a:r>
              <a:rPr lang="en-US" sz="2400">
                <a:solidFill>
                  <a:srgbClr val="0E39A9"/>
                </a:solidFill>
              </a:rPr>
              <a:t>o</a:t>
            </a:r>
            <a:r>
              <a:rPr lang="en" sz="2400">
                <a:solidFill>
                  <a:srgbClr val="0E39A9"/>
                </a:solidFill>
              </a:rPr>
              <a:t>del Performance pre-pruning</a:t>
            </a:r>
            <a:endParaRPr sz="2400">
              <a:solidFill>
                <a:srgbClr val="0E39A9"/>
              </a:solidFill>
            </a:endParaRPr>
          </a:p>
          <a:p>
            <a:pPr marL="0" lvl="0" indent="0" algn="l" rtl="0">
              <a:spcBef>
                <a:spcPts val="0"/>
              </a:spcBef>
              <a:spcAft>
                <a:spcPts val="0"/>
              </a:spcAft>
              <a:buNone/>
            </a:pPr>
            <a:endParaRPr sz="2350">
              <a:solidFill>
                <a:srgbClr val="0E39A9"/>
              </a:solidFill>
            </a:endParaRPr>
          </a:p>
        </p:txBody>
      </p:sp>
      <p:sp>
        <p:nvSpPr>
          <p:cNvPr id="251" name="Google Shape;251;p54">
            <a:extLst>
              <a:ext uri="{FF2B5EF4-FFF2-40B4-BE49-F238E27FC236}">
                <a16:creationId xmlns:a16="http://schemas.microsoft.com/office/drawing/2014/main" id="{163C2B62-0CE2-9D16-723D-43121AB7E381}"/>
              </a:ext>
            </a:extLst>
          </p:cNvPr>
          <p:cNvSpPr txBox="1"/>
          <p:nvPr/>
        </p:nvSpPr>
        <p:spPr>
          <a:xfrm>
            <a:off x="325250" y="808475"/>
            <a:ext cx="8397900" cy="2383186"/>
          </a:xfrm>
          <a:prstGeom prst="rect">
            <a:avLst/>
          </a:prstGeom>
          <a:noFill/>
          <a:ln>
            <a:noFill/>
          </a:ln>
        </p:spPr>
        <p:txBody>
          <a:bodyPr spcFirstLastPara="1" wrap="square" lIns="91425" tIns="91425" rIns="91425" bIns="91425" anchor="t" anchorCtr="0">
            <a:spAutoFit/>
          </a:bodyPr>
          <a:lstStyle/>
          <a:p>
            <a:pPr marL="457200" lvl="0" indent="-330200">
              <a:lnSpc>
                <a:spcPct val="115000"/>
              </a:lnSpc>
              <a:spcBef>
                <a:spcPts val="1000"/>
              </a:spcBef>
              <a:buSzPts val="1600"/>
              <a:buFont typeface="Nunito"/>
              <a:buChar char="●"/>
            </a:pPr>
            <a:r>
              <a:rPr lang="en-US" sz="1100">
                <a:solidFill>
                  <a:schemeClr val="dk1"/>
                </a:solidFill>
                <a:latin typeface="Nunito"/>
                <a:ea typeface="Nunito"/>
                <a:cs typeface="Nunito"/>
                <a:sym typeface="Nunito"/>
              </a:rPr>
              <a:t>In the pre-pruning phase, we iterate through several models based on max depth, max leaf nodes, and min samples to find the best well-balanced model. By checking the recall parameter of the models, it tries to determine, for the positive cases, the minimum possible miss. </a:t>
            </a:r>
          </a:p>
          <a:p>
            <a:pPr marL="457200" lvl="0" indent="-330200">
              <a:lnSpc>
                <a:spcPct val="115000"/>
              </a:lnSpc>
              <a:spcBef>
                <a:spcPts val="1000"/>
              </a:spcBef>
              <a:buSzPts val="1600"/>
              <a:buFont typeface="Nunito"/>
              <a:buChar char="●"/>
            </a:pPr>
            <a:r>
              <a:rPr lang="en-US" sz="1100"/>
              <a:t>The code looks for the not too simple (underfitting), not too complex (overfitting), but just right.</a:t>
            </a:r>
            <a:endParaRPr lang="en-US" sz="1100">
              <a:solidFill>
                <a:schemeClr val="dk1"/>
              </a:solidFill>
              <a:latin typeface="Nunito"/>
              <a:ea typeface="Nunito"/>
              <a:cs typeface="Nunito"/>
              <a:sym typeface="Nunito"/>
            </a:endParaRPr>
          </a:p>
          <a:p>
            <a:pPr marL="457200" lvl="0" indent="-330200">
              <a:lnSpc>
                <a:spcPct val="115000"/>
              </a:lnSpc>
              <a:spcBef>
                <a:spcPts val="1000"/>
              </a:spcBef>
              <a:buSzPts val="1600"/>
              <a:buFont typeface="Nunito"/>
              <a:buChar char="●"/>
            </a:pPr>
            <a:endParaRPr lang="en-US" sz="1100">
              <a:solidFill>
                <a:schemeClr val="dk1"/>
              </a:solidFill>
              <a:latin typeface="Nunito"/>
              <a:ea typeface="Nunito"/>
              <a:cs typeface="Nunito"/>
              <a:sym typeface="Nunito"/>
            </a:endParaRPr>
          </a:p>
          <a:p>
            <a:pPr marL="457200" lvl="0" indent="-330200">
              <a:lnSpc>
                <a:spcPct val="115000"/>
              </a:lnSpc>
              <a:spcBef>
                <a:spcPts val="1000"/>
              </a:spcBef>
              <a:buSzPts val="1600"/>
              <a:buFont typeface="Nunito"/>
              <a:buChar char="●"/>
            </a:pPr>
            <a:r>
              <a:rPr lang="en-US" sz="1100">
                <a:solidFill>
                  <a:schemeClr val="dk1"/>
                </a:solidFill>
                <a:latin typeface="Nunito"/>
                <a:ea typeface="Nunito"/>
                <a:cs typeface="Nunito"/>
                <a:sym typeface="Nunito"/>
              </a:rPr>
              <a:t>The results were pretty much the same of first option without pruning. </a:t>
            </a:r>
          </a:p>
          <a:p>
            <a:pPr marL="457200" lvl="0" indent="-330200">
              <a:lnSpc>
                <a:spcPct val="115000"/>
              </a:lnSpc>
              <a:spcBef>
                <a:spcPts val="1000"/>
              </a:spcBef>
              <a:buSzPts val="1600"/>
              <a:buFont typeface="Nunito"/>
              <a:buChar char="●"/>
            </a:pPr>
            <a:r>
              <a:rPr lang="en-US" sz="1100">
                <a:solidFill>
                  <a:schemeClr val="dk1"/>
                </a:solidFill>
                <a:latin typeface="Nunito"/>
                <a:ea typeface="Nunito"/>
                <a:cs typeface="Nunito"/>
                <a:sym typeface="Nunito"/>
              </a:rPr>
              <a:t>To possibly improve even further, we may have to change min_samples_leaf, which can improve precision and reduce overfitting.</a:t>
            </a:r>
            <a:endParaRPr sz="1100">
              <a:solidFill>
                <a:schemeClr val="dk1"/>
              </a:solidFill>
              <a:latin typeface="Nunito"/>
              <a:ea typeface="Nunito"/>
              <a:cs typeface="Nunito"/>
              <a:sym typeface="Nunito"/>
            </a:endParaRPr>
          </a:p>
        </p:txBody>
      </p:sp>
      <p:pic>
        <p:nvPicPr>
          <p:cNvPr id="3" name="Picture 2">
            <a:extLst>
              <a:ext uri="{FF2B5EF4-FFF2-40B4-BE49-F238E27FC236}">
                <a16:creationId xmlns:a16="http://schemas.microsoft.com/office/drawing/2014/main" id="{AB0F7079-77DF-3C46-6BF7-2CE0433BF53E}"/>
              </a:ext>
            </a:extLst>
          </p:cNvPr>
          <p:cNvPicPr>
            <a:picLocks noChangeAspect="1"/>
          </p:cNvPicPr>
          <p:nvPr/>
        </p:nvPicPr>
        <p:blipFill>
          <a:blip r:embed="rId3"/>
          <a:stretch>
            <a:fillRect/>
          </a:stretch>
        </p:blipFill>
        <p:spPr>
          <a:xfrm>
            <a:off x="953143" y="3285817"/>
            <a:ext cx="1986527" cy="1422783"/>
          </a:xfrm>
          <a:prstGeom prst="rect">
            <a:avLst/>
          </a:prstGeom>
        </p:spPr>
      </p:pic>
      <p:sp>
        <p:nvSpPr>
          <p:cNvPr id="4" name="TextBox 3">
            <a:extLst>
              <a:ext uri="{FF2B5EF4-FFF2-40B4-BE49-F238E27FC236}">
                <a16:creationId xmlns:a16="http://schemas.microsoft.com/office/drawing/2014/main" id="{5B11787D-CD80-C543-009B-6B7804EE45E7}"/>
              </a:ext>
            </a:extLst>
          </p:cNvPr>
          <p:cNvSpPr txBox="1"/>
          <p:nvPr/>
        </p:nvSpPr>
        <p:spPr>
          <a:xfrm>
            <a:off x="1388468" y="4650586"/>
            <a:ext cx="1115878" cy="246221"/>
          </a:xfrm>
          <a:prstGeom prst="rect">
            <a:avLst/>
          </a:prstGeom>
          <a:noFill/>
        </p:spPr>
        <p:txBody>
          <a:bodyPr wrap="square" rtlCol="0">
            <a:spAutoFit/>
          </a:bodyPr>
          <a:lstStyle/>
          <a:p>
            <a:r>
              <a:rPr lang="en-US" sz="1000"/>
              <a:t>Training Data</a:t>
            </a:r>
          </a:p>
        </p:txBody>
      </p:sp>
      <p:pic>
        <p:nvPicPr>
          <p:cNvPr id="14" name="Picture 13">
            <a:extLst>
              <a:ext uri="{FF2B5EF4-FFF2-40B4-BE49-F238E27FC236}">
                <a16:creationId xmlns:a16="http://schemas.microsoft.com/office/drawing/2014/main" id="{5DE09F68-0A98-BDE3-D606-5E64174D917D}"/>
              </a:ext>
            </a:extLst>
          </p:cNvPr>
          <p:cNvPicPr>
            <a:picLocks noChangeAspect="1"/>
          </p:cNvPicPr>
          <p:nvPr/>
        </p:nvPicPr>
        <p:blipFill>
          <a:blip r:embed="rId4"/>
          <a:stretch>
            <a:fillRect/>
          </a:stretch>
        </p:blipFill>
        <p:spPr>
          <a:xfrm>
            <a:off x="3735091" y="3258090"/>
            <a:ext cx="2166822" cy="1450510"/>
          </a:xfrm>
          <a:prstGeom prst="rect">
            <a:avLst/>
          </a:prstGeom>
        </p:spPr>
      </p:pic>
      <p:sp>
        <p:nvSpPr>
          <p:cNvPr id="15" name="TextBox 14">
            <a:extLst>
              <a:ext uri="{FF2B5EF4-FFF2-40B4-BE49-F238E27FC236}">
                <a16:creationId xmlns:a16="http://schemas.microsoft.com/office/drawing/2014/main" id="{AE68E600-9E44-CF2A-FE4A-3CB03DCC4336}"/>
              </a:ext>
            </a:extLst>
          </p:cNvPr>
          <p:cNvSpPr txBox="1"/>
          <p:nvPr/>
        </p:nvSpPr>
        <p:spPr>
          <a:xfrm>
            <a:off x="4260563" y="4650586"/>
            <a:ext cx="1115878" cy="246221"/>
          </a:xfrm>
          <a:prstGeom prst="rect">
            <a:avLst/>
          </a:prstGeom>
          <a:noFill/>
        </p:spPr>
        <p:txBody>
          <a:bodyPr wrap="square" rtlCol="0">
            <a:spAutoFit/>
          </a:bodyPr>
          <a:lstStyle/>
          <a:p>
            <a:r>
              <a:rPr lang="en-US" sz="1000"/>
              <a:t>Test Data</a:t>
            </a:r>
          </a:p>
        </p:txBody>
      </p:sp>
    </p:spTree>
    <p:extLst>
      <p:ext uri="{BB962C8B-B14F-4D97-AF65-F5344CB8AC3E}">
        <p14:creationId xmlns:p14="http://schemas.microsoft.com/office/powerpoint/2010/main" val="24308083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49">
          <a:extLst>
            <a:ext uri="{FF2B5EF4-FFF2-40B4-BE49-F238E27FC236}">
              <a16:creationId xmlns:a16="http://schemas.microsoft.com/office/drawing/2014/main" id="{2520F0E9-211E-97E5-506C-3A4D9FA981AA}"/>
            </a:ext>
          </a:extLst>
        </p:cNvPr>
        <p:cNvGrpSpPr/>
        <p:nvPr/>
      </p:nvGrpSpPr>
      <p:grpSpPr>
        <a:xfrm>
          <a:off x="0" y="0"/>
          <a:ext cx="0" cy="0"/>
          <a:chOff x="0" y="0"/>
          <a:chExt cx="0" cy="0"/>
        </a:xfrm>
      </p:grpSpPr>
      <p:sp>
        <p:nvSpPr>
          <p:cNvPr id="250" name="Google Shape;250;p54">
            <a:extLst>
              <a:ext uri="{FF2B5EF4-FFF2-40B4-BE49-F238E27FC236}">
                <a16:creationId xmlns:a16="http://schemas.microsoft.com/office/drawing/2014/main" id="{939BD8D4-AA6C-FD9F-2ABE-F858B3EA0820}"/>
              </a:ext>
            </a:extLst>
          </p:cNvPr>
          <p:cNvSpPr txBox="1">
            <a:spLocks noGrp="1"/>
          </p:cNvSpPr>
          <p:nvPr>
            <p:ph type="title"/>
          </p:nvPr>
        </p:nvSpPr>
        <p:spPr>
          <a:xfrm>
            <a:off x="202550" y="136879"/>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a:solidFill>
                  <a:srgbClr val="0E39A9"/>
                </a:solidFill>
              </a:rPr>
              <a:t>Model Building – M</a:t>
            </a:r>
            <a:r>
              <a:rPr lang="en-US" sz="2400">
                <a:solidFill>
                  <a:srgbClr val="0E39A9"/>
                </a:solidFill>
              </a:rPr>
              <a:t>o</a:t>
            </a:r>
            <a:r>
              <a:rPr lang="en" sz="2400">
                <a:solidFill>
                  <a:srgbClr val="0E39A9"/>
                </a:solidFill>
              </a:rPr>
              <a:t>del Performance post-pruning</a:t>
            </a:r>
            <a:endParaRPr sz="2400">
              <a:solidFill>
                <a:srgbClr val="0E39A9"/>
              </a:solidFill>
            </a:endParaRPr>
          </a:p>
          <a:p>
            <a:pPr marL="0" lvl="0" indent="0" algn="l" rtl="0">
              <a:spcBef>
                <a:spcPts val="0"/>
              </a:spcBef>
              <a:spcAft>
                <a:spcPts val="0"/>
              </a:spcAft>
              <a:buNone/>
            </a:pPr>
            <a:endParaRPr sz="2350">
              <a:solidFill>
                <a:srgbClr val="0E39A9"/>
              </a:solidFill>
            </a:endParaRPr>
          </a:p>
        </p:txBody>
      </p:sp>
      <p:sp>
        <p:nvSpPr>
          <p:cNvPr id="251" name="Google Shape;251;p54">
            <a:extLst>
              <a:ext uri="{FF2B5EF4-FFF2-40B4-BE49-F238E27FC236}">
                <a16:creationId xmlns:a16="http://schemas.microsoft.com/office/drawing/2014/main" id="{579FE6B3-B5CA-0714-DB6B-0AF27A4F0477}"/>
              </a:ext>
            </a:extLst>
          </p:cNvPr>
          <p:cNvSpPr txBox="1"/>
          <p:nvPr/>
        </p:nvSpPr>
        <p:spPr>
          <a:xfrm>
            <a:off x="325250" y="808475"/>
            <a:ext cx="8397900" cy="2254946"/>
          </a:xfrm>
          <a:prstGeom prst="rect">
            <a:avLst/>
          </a:prstGeom>
          <a:noFill/>
          <a:ln>
            <a:noFill/>
          </a:ln>
        </p:spPr>
        <p:txBody>
          <a:bodyPr spcFirstLastPara="1" wrap="square" lIns="91425" tIns="91425" rIns="91425" bIns="91425" anchor="t" anchorCtr="0">
            <a:spAutoFit/>
          </a:bodyPr>
          <a:lstStyle/>
          <a:p>
            <a:pPr marL="457200" lvl="0" indent="-330200">
              <a:lnSpc>
                <a:spcPct val="115000"/>
              </a:lnSpc>
              <a:spcBef>
                <a:spcPts val="1000"/>
              </a:spcBef>
              <a:buSzPts val="1600"/>
              <a:buFont typeface="Nunito"/>
              <a:buChar char="●"/>
            </a:pPr>
            <a:r>
              <a:rPr lang="en-US" sz="1100">
                <a:solidFill>
                  <a:schemeClr val="dk1"/>
                </a:solidFill>
                <a:latin typeface="Nunito"/>
                <a:ea typeface="Nunito"/>
                <a:cs typeface="Nunito"/>
                <a:sym typeface="Nunito"/>
              </a:rPr>
              <a:t> Post-pruning tends to be more accurate, keeps a simple tree that generalizes better, avoids premature stops, and results in lower test errors, without affecting the final results. It is particularly powerful when the data is noisy, because it reduces the noise.  </a:t>
            </a:r>
          </a:p>
          <a:p>
            <a:pPr marL="457200" lvl="0" indent="-330200">
              <a:lnSpc>
                <a:spcPct val="115000"/>
              </a:lnSpc>
              <a:spcBef>
                <a:spcPts val="1000"/>
              </a:spcBef>
              <a:buSzPts val="1600"/>
              <a:buFont typeface="Nunito"/>
              <a:buChar char="●"/>
            </a:pPr>
            <a:r>
              <a:rPr lang="en-US" sz="1100"/>
              <a:t> Post-pruning probably did not change the results because of the quality of the data and the strength of the features in the dataset.</a:t>
            </a:r>
            <a:endParaRPr lang="en-US" sz="1100">
              <a:solidFill>
                <a:schemeClr val="dk1"/>
              </a:solidFill>
              <a:latin typeface="Nunito"/>
              <a:ea typeface="Nunito"/>
              <a:cs typeface="Nunito"/>
              <a:sym typeface="Nunito"/>
            </a:endParaRPr>
          </a:p>
          <a:p>
            <a:pPr marL="457200" lvl="0" indent="-330200">
              <a:lnSpc>
                <a:spcPct val="115000"/>
              </a:lnSpc>
              <a:spcBef>
                <a:spcPts val="1000"/>
              </a:spcBef>
              <a:buSzPts val="1600"/>
              <a:buFont typeface="Nunito"/>
              <a:buChar char="●"/>
            </a:pPr>
            <a:r>
              <a:rPr lang="en-US" sz="1100">
                <a:solidFill>
                  <a:schemeClr val="dk1"/>
                </a:solidFill>
                <a:latin typeface="Nunito"/>
                <a:ea typeface="Nunito"/>
                <a:cs typeface="Nunito"/>
                <a:sym typeface="Nunito"/>
              </a:rPr>
              <a:t>The results were pretty much the same of first option without pruning. </a:t>
            </a:r>
          </a:p>
          <a:p>
            <a:pPr marL="457200" lvl="0" indent="-330200">
              <a:lnSpc>
                <a:spcPct val="115000"/>
              </a:lnSpc>
              <a:spcBef>
                <a:spcPts val="1000"/>
              </a:spcBef>
              <a:buSzPts val="1600"/>
              <a:buFont typeface="Nunito"/>
              <a:buChar char="●"/>
            </a:pPr>
            <a:r>
              <a:rPr lang="en-US" sz="1100">
                <a:solidFill>
                  <a:schemeClr val="dk1"/>
                </a:solidFill>
                <a:latin typeface="Nunito"/>
                <a:ea typeface="Nunito"/>
                <a:cs typeface="Nunito"/>
                <a:sym typeface="Nunito"/>
              </a:rPr>
              <a:t>To possibly improve even further, we may have to change min_samples_leaf, which can improve precision and reduce overfitting.</a:t>
            </a:r>
            <a:endParaRPr sz="1100">
              <a:solidFill>
                <a:schemeClr val="dk1"/>
              </a:solidFill>
              <a:latin typeface="Nunito"/>
              <a:ea typeface="Nunito"/>
              <a:cs typeface="Nunito"/>
              <a:sym typeface="Nunito"/>
            </a:endParaRPr>
          </a:p>
        </p:txBody>
      </p:sp>
      <p:pic>
        <p:nvPicPr>
          <p:cNvPr id="3" name="Picture 2">
            <a:extLst>
              <a:ext uri="{FF2B5EF4-FFF2-40B4-BE49-F238E27FC236}">
                <a16:creationId xmlns:a16="http://schemas.microsoft.com/office/drawing/2014/main" id="{190D1F1F-689C-F116-D9C1-6AF81E22EDC1}"/>
              </a:ext>
            </a:extLst>
          </p:cNvPr>
          <p:cNvPicPr>
            <a:picLocks noChangeAspect="1"/>
          </p:cNvPicPr>
          <p:nvPr/>
        </p:nvPicPr>
        <p:blipFill>
          <a:blip r:embed="rId3"/>
          <a:stretch>
            <a:fillRect/>
          </a:stretch>
        </p:blipFill>
        <p:spPr>
          <a:xfrm>
            <a:off x="953143" y="3285817"/>
            <a:ext cx="1986527" cy="1422783"/>
          </a:xfrm>
          <a:prstGeom prst="rect">
            <a:avLst/>
          </a:prstGeom>
        </p:spPr>
      </p:pic>
      <p:sp>
        <p:nvSpPr>
          <p:cNvPr id="4" name="TextBox 3">
            <a:extLst>
              <a:ext uri="{FF2B5EF4-FFF2-40B4-BE49-F238E27FC236}">
                <a16:creationId xmlns:a16="http://schemas.microsoft.com/office/drawing/2014/main" id="{CF78AC03-AD64-F670-2065-37E9E28971B6}"/>
              </a:ext>
            </a:extLst>
          </p:cNvPr>
          <p:cNvSpPr txBox="1"/>
          <p:nvPr/>
        </p:nvSpPr>
        <p:spPr>
          <a:xfrm>
            <a:off x="1388468" y="4650586"/>
            <a:ext cx="1115878" cy="246221"/>
          </a:xfrm>
          <a:prstGeom prst="rect">
            <a:avLst/>
          </a:prstGeom>
          <a:noFill/>
        </p:spPr>
        <p:txBody>
          <a:bodyPr wrap="square" rtlCol="0">
            <a:spAutoFit/>
          </a:bodyPr>
          <a:lstStyle/>
          <a:p>
            <a:r>
              <a:rPr lang="en-US" sz="1000"/>
              <a:t>Training Data</a:t>
            </a:r>
          </a:p>
        </p:txBody>
      </p:sp>
      <p:pic>
        <p:nvPicPr>
          <p:cNvPr id="14" name="Picture 13">
            <a:extLst>
              <a:ext uri="{FF2B5EF4-FFF2-40B4-BE49-F238E27FC236}">
                <a16:creationId xmlns:a16="http://schemas.microsoft.com/office/drawing/2014/main" id="{D057BE37-6966-BF62-DD06-CA65D155E8D5}"/>
              </a:ext>
            </a:extLst>
          </p:cNvPr>
          <p:cNvPicPr>
            <a:picLocks noChangeAspect="1"/>
          </p:cNvPicPr>
          <p:nvPr/>
        </p:nvPicPr>
        <p:blipFill>
          <a:blip r:embed="rId4"/>
          <a:stretch>
            <a:fillRect/>
          </a:stretch>
        </p:blipFill>
        <p:spPr>
          <a:xfrm>
            <a:off x="3735091" y="3258090"/>
            <a:ext cx="2166822" cy="1450510"/>
          </a:xfrm>
          <a:prstGeom prst="rect">
            <a:avLst/>
          </a:prstGeom>
        </p:spPr>
      </p:pic>
      <p:sp>
        <p:nvSpPr>
          <p:cNvPr id="15" name="TextBox 14">
            <a:extLst>
              <a:ext uri="{FF2B5EF4-FFF2-40B4-BE49-F238E27FC236}">
                <a16:creationId xmlns:a16="http://schemas.microsoft.com/office/drawing/2014/main" id="{AEE6560B-320E-5D91-E121-CA8330EE7F20}"/>
              </a:ext>
            </a:extLst>
          </p:cNvPr>
          <p:cNvSpPr txBox="1"/>
          <p:nvPr/>
        </p:nvSpPr>
        <p:spPr>
          <a:xfrm>
            <a:off x="4260563" y="4650586"/>
            <a:ext cx="1115878" cy="246221"/>
          </a:xfrm>
          <a:prstGeom prst="rect">
            <a:avLst/>
          </a:prstGeom>
          <a:noFill/>
        </p:spPr>
        <p:txBody>
          <a:bodyPr wrap="square" rtlCol="0">
            <a:spAutoFit/>
          </a:bodyPr>
          <a:lstStyle/>
          <a:p>
            <a:r>
              <a:rPr lang="en-US" sz="1000"/>
              <a:t>Test Data</a:t>
            </a:r>
          </a:p>
        </p:txBody>
      </p:sp>
    </p:spTree>
    <p:extLst>
      <p:ext uri="{BB962C8B-B14F-4D97-AF65-F5344CB8AC3E}">
        <p14:creationId xmlns:p14="http://schemas.microsoft.com/office/powerpoint/2010/main" val="3643135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55"/>
          <p:cNvSpPr txBox="1">
            <a:spLocks noGrp="1"/>
          </p:cNvSpPr>
          <p:nvPr>
            <p:ph type="title"/>
          </p:nvPr>
        </p:nvSpPr>
        <p:spPr>
          <a:xfrm>
            <a:off x="202550" y="136879"/>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a:solidFill>
                  <a:srgbClr val="0E39A9"/>
                </a:solidFill>
              </a:rPr>
              <a:t>Model Performance Summary – Model Eval Criterion</a:t>
            </a:r>
            <a:endParaRPr sz="2400">
              <a:solidFill>
                <a:srgbClr val="0E39A9"/>
              </a:solidFill>
            </a:endParaRPr>
          </a:p>
        </p:txBody>
      </p:sp>
      <p:sp>
        <p:nvSpPr>
          <p:cNvPr id="258" name="Google Shape;258;p55"/>
          <p:cNvSpPr txBox="1"/>
          <p:nvPr/>
        </p:nvSpPr>
        <p:spPr>
          <a:xfrm>
            <a:off x="325250" y="808475"/>
            <a:ext cx="8397900" cy="2852033"/>
          </a:xfrm>
          <a:prstGeom prst="rect">
            <a:avLst/>
          </a:prstGeom>
          <a:noFill/>
          <a:ln>
            <a:noFill/>
          </a:ln>
        </p:spPr>
        <p:txBody>
          <a:bodyPr spcFirstLastPara="1" wrap="square" lIns="91425" tIns="91425" rIns="91425" bIns="91425" anchor="t" anchorCtr="0">
            <a:spAutoFit/>
          </a:bodyPr>
          <a:lstStyle/>
          <a:p>
            <a:pPr marL="127000" lvl="0">
              <a:lnSpc>
                <a:spcPct val="115000"/>
              </a:lnSpc>
              <a:spcBef>
                <a:spcPts val="1000"/>
              </a:spcBef>
              <a:buSzPts val="1600"/>
            </a:pPr>
            <a:r>
              <a:rPr lang="en-US" sz="1200">
                <a:latin typeface="Nunito"/>
                <a:ea typeface="Nunito"/>
                <a:cs typeface="Nunito"/>
                <a:sym typeface="Nunito"/>
              </a:rPr>
              <a:t>The Confusion Matrix (The Foundation) provides the framework for evaluating and calculating Accuracy, Recall, Precision, and F1. These are the pillars to identify whether a model is achieving its goals. </a:t>
            </a:r>
          </a:p>
          <a:p>
            <a:pPr marL="127000" lvl="0" algn="l" rtl="0">
              <a:lnSpc>
                <a:spcPct val="115000"/>
              </a:lnSpc>
              <a:spcBef>
                <a:spcPts val="1000"/>
              </a:spcBef>
              <a:spcAft>
                <a:spcPts val="0"/>
              </a:spcAft>
              <a:buSzPts val="1600"/>
            </a:pPr>
            <a:r>
              <a:rPr lang="en-US" sz="1200">
                <a:latin typeface="Nunito"/>
                <a:ea typeface="Nunito"/>
                <a:cs typeface="Nunito"/>
                <a:sym typeface="Nunito"/>
              </a:rPr>
              <a:t>All metrics are calculated from these four buckets:</a:t>
            </a:r>
          </a:p>
          <a:p>
            <a:pPr marL="127000" lvl="0" algn="l" rtl="0">
              <a:lnSpc>
                <a:spcPct val="115000"/>
              </a:lnSpc>
              <a:spcBef>
                <a:spcPts val="1000"/>
              </a:spcBef>
              <a:spcAft>
                <a:spcPts val="0"/>
              </a:spcAft>
              <a:buSzPts val="1600"/>
            </a:pPr>
            <a:r>
              <a:rPr lang="en-US" sz="1200">
                <a:latin typeface="Nunito"/>
                <a:ea typeface="Nunito"/>
                <a:cs typeface="Nunito"/>
                <a:sym typeface="Nunito"/>
              </a:rPr>
              <a:t>True Positives (TP): Correctly identified Borrowers.</a:t>
            </a:r>
          </a:p>
          <a:p>
            <a:pPr marL="127000" lvl="0" algn="l" rtl="0">
              <a:lnSpc>
                <a:spcPct val="115000"/>
              </a:lnSpc>
              <a:spcBef>
                <a:spcPts val="1000"/>
              </a:spcBef>
              <a:spcAft>
                <a:spcPts val="0"/>
              </a:spcAft>
              <a:buSzPts val="1600"/>
            </a:pPr>
            <a:r>
              <a:rPr lang="en-US" sz="1200">
                <a:latin typeface="Nunito"/>
                <a:ea typeface="Nunito"/>
                <a:cs typeface="Nunito"/>
                <a:sym typeface="Nunito"/>
              </a:rPr>
              <a:t>True Negatives (TN): Correctly ignored Non-Borrowers.</a:t>
            </a:r>
          </a:p>
          <a:p>
            <a:pPr marL="127000" lvl="0" algn="l" rtl="0">
              <a:lnSpc>
                <a:spcPct val="115000"/>
              </a:lnSpc>
              <a:spcBef>
                <a:spcPts val="1000"/>
              </a:spcBef>
              <a:spcAft>
                <a:spcPts val="0"/>
              </a:spcAft>
              <a:buSzPts val="1600"/>
            </a:pPr>
            <a:r>
              <a:rPr lang="en-US" sz="1200">
                <a:latin typeface="Nunito"/>
                <a:ea typeface="Nunito"/>
                <a:cs typeface="Nunito"/>
                <a:sym typeface="Nunito"/>
              </a:rPr>
              <a:t>False Positives (FP): "False Alarm" (Contacted a non-interested customer).</a:t>
            </a:r>
          </a:p>
          <a:p>
            <a:pPr marL="127000" lvl="0" algn="l" rtl="0">
              <a:lnSpc>
                <a:spcPct val="115000"/>
              </a:lnSpc>
              <a:spcBef>
                <a:spcPts val="1000"/>
              </a:spcBef>
              <a:spcAft>
                <a:spcPts val="0"/>
              </a:spcAft>
              <a:buSzPts val="1600"/>
            </a:pPr>
            <a:r>
              <a:rPr lang="en-US" sz="1200">
                <a:latin typeface="Nunito"/>
                <a:ea typeface="Nunito"/>
                <a:cs typeface="Nunito"/>
                <a:sym typeface="Nunito"/>
              </a:rPr>
              <a:t>False Negatives (FN): "Missed Opportunity" (Ignored a real borrower).</a:t>
            </a:r>
            <a:endParaRPr sz="1200">
              <a:latin typeface="Nunito"/>
              <a:ea typeface="Nunito"/>
              <a:cs typeface="Nunito"/>
              <a:sym typeface="Nunito"/>
            </a:endParaRPr>
          </a:p>
          <a:p>
            <a:pPr marL="457200" lvl="0" indent="-330200" algn="l" rtl="0">
              <a:lnSpc>
                <a:spcPct val="115000"/>
              </a:lnSpc>
              <a:spcBef>
                <a:spcPts val="1000"/>
              </a:spcBef>
              <a:spcAft>
                <a:spcPts val="0"/>
              </a:spcAft>
              <a:buSzPts val="1600"/>
              <a:buFont typeface="Nunito"/>
              <a:buChar char="●"/>
            </a:pPr>
            <a:endParaRPr sz="1600">
              <a:latin typeface="Nunito"/>
              <a:ea typeface="Nunito"/>
              <a:cs typeface="Nunito"/>
              <a:sym typeface="Nunito"/>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56">
          <a:extLst>
            <a:ext uri="{FF2B5EF4-FFF2-40B4-BE49-F238E27FC236}">
              <a16:creationId xmlns:a16="http://schemas.microsoft.com/office/drawing/2014/main" id="{B2D4C83A-04E3-0F39-A838-DCDF0E16E90C}"/>
            </a:ext>
          </a:extLst>
        </p:cNvPr>
        <p:cNvGrpSpPr/>
        <p:nvPr/>
      </p:nvGrpSpPr>
      <p:grpSpPr>
        <a:xfrm>
          <a:off x="0" y="0"/>
          <a:ext cx="0" cy="0"/>
          <a:chOff x="0" y="0"/>
          <a:chExt cx="0" cy="0"/>
        </a:xfrm>
      </p:grpSpPr>
      <p:sp>
        <p:nvSpPr>
          <p:cNvPr id="257" name="Google Shape;257;p55">
            <a:extLst>
              <a:ext uri="{FF2B5EF4-FFF2-40B4-BE49-F238E27FC236}">
                <a16:creationId xmlns:a16="http://schemas.microsoft.com/office/drawing/2014/main" id="{058FA066-827A-12E1-2359-F0CC965E5819}"/>
              </a:ext>
            </a:extLst>
          </p:cNvPr>
          <p:cNvSpPr txBox="1">
            <a:spLocks noGrp="1"/>
          </p:cNvSpPr>
          <p:nvPr>
            <p:ph type="title"/>
          </p:nvPr>
        </p:nvSpPr>
        <p:spPr>
          <a:xfrm>
            <a:off x="202550" y="136879"/>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a:solidFill>
                  <a:srgbClr val="0E39A9"/>
                </a:solidFill>
              </a:rPr>
              <a:t>Model Performance Summary – Model Parameters</a:t>
            </a:r>
            <a:endParaRPr sz="2400">
              <a:solidFill>
                <a:srgbClr val="0E39A9"/>
              </a:solidFill>
            </a:endParaRPr>
          </a:p>
        </p:txBody>
      </p:sp>
      <p:sp>
        <p:nvSpPr>
          <p:cNvPr id="258" name="Google Shape;258;p55">
            <a:extLst>
              <a:ext uri="{FF2B5EF4-FFF2-40B4-BE49-F238E27FC236}">
                <a16:creationId xmlns:a16="http://schemas.microsoft.com/office/drawing/2014/main" id="{C58E4EBE-D391-DE93-43FB-5D373902A3FF}"/>
              </a:ext>
            </a:extLst>
          </p:cNvPr>
          <p:cNvSpPr txBox="1"/>
          <p:nvPr/>
        </p:nvSpPr>
        <p:spPr>
          <a:xfrm>
            <a:off x="202550" y="777478"/>
            <a:ext cx="8397900" cy="3274456"/>
          </a:xfrm>
          <a:prstGeom prst="rect">
            <a:avLst/>
          </a:prstGeom>
          <a:noFill/>
          <a:ln>
            <a:noFill/>
          </a:ln>
        </p:spPr>
        <p:txBody>
          <a:bodyPr spcFirstLastPara="1" wrap="square" lIns="91425" tIns="91425" rIns="91425" bIns="91425" anchor="t" anchorCtr="0">
            <a:spAutoFit/>
          </a:bodyPr>
          <a:lstStyle/>
          <a:p>
            <a:pPr marL="127000" lvl="0">
              <a:lnSpc>
                <a:spcPct val="115000"/>
              </a:lnSpc>
              <a:spcBef>
                <a:spcPts val="1000"/>
              </a:spcBef>
              <a:buSzPts val="1600"/>
            </a:pPr>
            <a:r>
              <a:rPr lang="en-US" sz="1200">
                <a:latin typeface="Nunito"/>
                <a:ea typeface="Nunito"/>
                <a:cs typeface="Nunito"/>
                <a:sym typeface="Nunito"/>
              </a:rPr>
              <a:t>Parameters that affected the model performance.</a:t>
            </a:r>
          </a:p>
          <a:p>
            <a:pPr marL="298450" lvl="0" indent="-171450">
              <a:lnSpc>
                <a:spcPct val="115000"/>
              </a:lnSpc>
              <a:spcBef>
                <a:spcPts val="1000"/>
              </a:spcBef>
              <a:buSzPts val="1600"/>
              <a:buFont typeface="Arial" panose="020B0604020202020204" pitchFamily="34" charset="0"/>
              <a:buChar char="•"/>
            </a:pPr>
            <a:r>
              <a:rPr lang="en-US" sz="1100">
                <a:latin typeface="Nunito" pitchFamily="2" charset="0"/>
                <a:ea typeface="Nunito"/>
                <a:cs typeface="Nunito"/>
                <a:sym typeface="Nunito"/>
              </a:rPr>
              <a:t>Default</a:t>
            </a:r>
          </a:p>
          <a:p>
            <a:pPr marL="457200" lvl="0" indent="-169863">
              <a:lnSpc>
                <a:spcPct val="115000"/>
              </a:lnSpc>
              <a:spcBef>
                <a:spcPts val="1000"/>
              </a:spcBef>
              <a:buSzPts val="1600"/>
              <a:buFont typeface="Wingdings" panose="05000000000000000000" pitchFamily="2" charset="2"/>
              <a:buChar char="Ø"/>
            </a:pPr>
            <a:r>
              <a:rPr lang="en-US" sz="1100">
                <a:latin typeface="Nunito" pitchFamily="2" charset="0"/>
                <a:ea typeface="Nunito"/>
                <a:cs typeface="Nunito"/>
                <a:sym typeface="Nunito"/>
              </a:rPr>
              <a:t>Random_state</a:t>
            </a:r>
          </a:p>
          <a:p>
            <a:pPr marL="298450" lvl="0" indent="-171450">
              <a:lnSpc>
                <a:spcPct val="115000"/>
              </a:lnSpc>
              <a:spcBef>
                <a:spcPts val="1000"/>
              </a:spcBef>
              <a:buSzPts val="1600"/>
              <a:buFont typeface="Arial" panose="020B0604020202020204" pitchFamily="34" charset="0"/>
              <a:buChar char="•"/>
            </a:pPr>
            <a:r>
              <a:rPr lang="en-US" sz="1100">
                <a:latin typeface="Nunito" pitchFamily="2" charset="0"/>
                <a:ea typeface="Nunito"/>
                <a:cs typeface="Nunito"/>
                <a:sym typeface="Nunito"/>
              </a:rPr>
              <a:t>Pre-Pruning</a:t>
            </a:r>
          </a:p>
          <a:p>
            <a:pPr marL="457200" indent="-169863">
              <a:buFont typeface="Wingdings" panose="05000000000000000000" pitchFamily="2" charset="2"/>
              <a:buChar char="Ø"/>
            </a:pPr>
            <a:r>
              <a:rPr lang="en-US" sz="1200">
                <a:latin typeface="Nunito" pitchFamily="2" charset="0"/>
              </a:rPr>
              <a:t>max_depth_values </a:t>
            </a:r>
          </a:p>
          <a:p>
            <a:pPr marL="457200" indent="-169863">
              <a:buFont typeface="Wingdings" panose="05000000000000000000" pitchFamily="2" charset="2"/>
              <a:buChar char="Ø"/>
            </a:pPr>
            <a:r>
              <a:rPr lang="en-US" sz="1200">
                <a:latin typeface="Nunito" pitchFamily="2" charset="0"/>
              </a:rPr>
              <a:t>max_leaf_nodes_values </a:t>
            </a:r>
          </a:p>
          <a:p>
            <a:pPr marL="457200" indent="-169863">
              <a:buFont typeface="Wingdings" panose="05000000000000000000" pitchFamily="2" charset="2"/>
              <a:buChar char="Ø"/>
            </a:pPr>
            <a:r>
              <a:rPr lang="en-US" sz="1200">
                <a:latin typeface="Nunito" pitchFamily="2" charset="0"/>
              </a:rPr>
              <a:t>min_samples_split_values</a:t>
            </a:r>
          </a:p>
          <a:p>
            <a:pPr marL="457200" indent="-169863">
              <a:buFont typeface="Wingdings" panose="05000000000000000000" pitchFamily="2" charset="2"/>
              <a:buChar char="Ø"/>
            </a:pPr>
            <a:r>
              <a:rPr lang="en-US" sz="1100">
                <a:latin typeface="Nunito" pitchFamily="2" charset="0"/>
                <a:ea typeface="Nunito"/>
                <a:cs typeface="Nunito"/>
                <a:sym typeface="Nunito"/>
              </a:rPr>
              <a:t>Class_weight</a:t>
            </a:r>
          </a:p>
          <a:p>
            <a:pPr marL="298450" lvl="0" indent="-171450">
              <a:lnSpc>
                <a:spcPct val="115000"/>
              </a:lnSpc>
              <a:spcBef>
                <a:spcPts val="1000"/>
              </a:spcBef>
              <a:buSzPts val="1600"/>
              <a:buFont typeface="Arial" panose="020B0604020202020204" pitchFamily="34" charset="0"/>
              <a:buChar char="•"/>
            </a:pPr>
            <a:r>
              <a:rPr lang="en-US" sz="1100">
                <a:latin typeface="Nunito" pitchFamily="2" charset="0"/>
                <a:ea typeface="Nunito"/>
                <a:cs typeface="Nunito"/>
                <a:sym typeface="Nunito"/>
              </a:rPr>
              <a:t>Post-Pruning</a:t>
            </a:r>
          </a:p>
          <a:p>
            <a:pPr marL="457200" lvl="1" indent="-169863">
              <a:lnSpc>
                <a:spcPct val="115000"/>
              </a:lnSpc>
              <a:spcBef>
                <a:spcPts val="1000"/>
              </a:spcBef>
              <a:buSzPts val="1600"/>
              <a:buFont typeface="Wingdings" panose="05000000000000000000" pitchFamily="2" charset="2"/>
              <a:buChar char="Ø"/>
            </a:pPr>
            <a:r>
              <a:rPr lang="en-US" sz="1100">
                <a:latin typeface="Nunito" pitchFamily="2" charset="0"/>
                <a:ea typeface="Nunito"/>
                <a:cs typeface="Nunito"/>
                <a:sym typeface="Nunito"/>
              </a:rPr>
              <a:t>CCP_alpha</a:t>
            </a:r>
            <a:endParaRPr sz="1100">
              <a:latin typeface="Nunito" pitchFamily="2" charset="0"/>
              <a:ea typeface="Nunito"/>
              <a:cs typeface="Nunito"/>
              <a:sym typeface="Nunito"/>
            </a:endParaRPr>
          </a:p>
          <a:p>
            <a:pPr marL="457200" lvl="0" indent="-330200" algn="l" rtl="0">
              <a:lnSpc>
                <a:spcPct val="115000"/>
              </a:lnSpc>
              <a:spcBef>
                <a:spcPts val="1000"/>
              </a:spcBef>
              <a:spcAft>
                <a:spcPts val="0"/>
              </a:spcAft>
              <a:buSzPts val="1600"/>
              <a:buFont typeface="Nunito"/>
              <a:buChar char="●"/>
            </a:pPr>
            <a:endParaRPr sz="1600">
              <a:latin typeface="Nunito"/>
              <a:ea typeface="Nunito"/>
              <a:cs typeface="Nunito"/>
              <a:sym typeface="Nunito"/>
            </a:endParaRPr>
          </a:p>
        </p:txBody>
      </p:sp>
    </p:spTree>
    <p:extLst>
      <p:ext uri="{BB962C8B-B14F-4D97-AF65-F5344CB8AC3E}">
        <p14:creationId xmlns:p14="http://schemas.microsoft.com/office/powerpoint/2010/main" val="19260377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56">
          <a:extLst>
            <a:ext uri="{FF2B5EF4-FFF2-40B4-BE49-F238E27FC236}">
              <a16:creationId xmlns:a16="http://schemas.microsoft.com/office/drawing/2014/main" id="{08F27916-D584-07E5-6D8F-85FDD854332A}"/>
            </a:ext>
          </a:extLst>
        </p:cNvPr>
        <p:cNvGrpSpPr/>
        <p:nvPr/>
      </p:nvGrpSpPr>
      <p:grpSpPr>
        <a:xfrm>
          <a:off x="0" y="0"/>
          <a:ext cx="0" cy="0"/>
          <a:chOff x="0" y="0"/>
          <a:chExt cx="0" cy="0"/>
        </a:xfrm>
      </p:grpSpPr>
      <p:sp>
        <p:nvSpPr>
          <p:cNvPr id="257" name="Google Shape;257;p55">
            <a:extLst>
              <a:ext uri="{FF2B5EF4-FFF2-40B4-BE49-F238E27FC236}">
                <a16:creationId xmlns:a16="http://schemas.microsoft.com/office/drawing/2014/main" id="{0ADC3827-B53B-69DC-79A5-D749B345EE4A}"/>
              </a:ext>
            </a:extLst>
          </p:cNvPr>
          <p:cNvSpPr txBox="1">
            <a:spLocks noGrp="1"/>
          </p:cNvSpPr>
          <p:nvPr>
            <p:ph type="title"/>
          </p:nvPr>
        </p:nvSpPr>
        <p:spPr>
          <a:xfrm>
            <a:off x="202550" y="136879"/>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a:solidFill>
                  <a:srgbClr val="0E39A9"/>
                </a:solidFill>
              </a:rPr>
              <a:t>Model Performance Summary – Most important Features</a:t>
            </a:r>
            <a:endParaRPr sz="2400">
              <a:solidFill>
                <a:srgbClr val="0E39A9"/>
              </a:solidFill>
            </a:endParaRPr>
          </a:p>
        </p:txBody>
      </p:sp>
      <p:pic>
        <p:nvPicPr>
          <p:cNvPr id="3" name="Picture 2">
            <a:extLst>
              <a:ext uri="{FF2B5EF4-FFF2-40B4-BE49-F238E27FC236}">
                <a16:creationId xmlns:a16="http://schemas.microsoft.com/office/drawing/2014/main" id="{8ECDCC34-40B1-AB86-80BA-9DA7C55C7D44}"/>
              </a:ext>
            </a:extLst>
          </p:cNvPr>
          <p:cNvPicPr>
            <a:picLocks noChangeAspect="1"/>
          </p:cNvPicPr>
          <p:nvPr/>
        </p:nvPicPr>
        <p:blipFill>
          <a:blip r:embed="rId3"/>
          <a:stretch>
            <a:fillRect/>
          </a:stretch>
        </p:blipFill>
        <p:spPr>
          <a:xfrm>
            <a:off x="3085889" y="1799269"/>
            <a:ext cx="3041275" cy="2733248"/>
          </a:xfrm>
          <a:prstGeom prst="rect">
            <a:avLst/>
          </a:prstGeom>
        </p:spPr>
      </p:pic>
      <p:pic>
        <p:nvPicPr>
          <p:cNvPr id="5" name="Picture 4">
            <a:extLst>
              <a:ext uri="{FF2B5EF4-FFF2-40B4-BE49-F238E27FC236}">
                <a16:creationId xmlns:a16="http://schemas.microsoft.com/office/drawing/2014/main" id="{7E70F124-58FD-9E6C-F616-EC537D20ADE3}"/>
              </a:ext>
            </a:extLst>
          </p:cNvPr>
          <p:cNvPicPr>
            <a:picLocks noChangeAspect="1"/>
          </p:cNvPicPr>
          <p:nvPr/>
        </p:nvPicPr>
        <p:blipFill>
          <a:blip r:embed="rId4"/>
          <a:stretch>
            <a:fillRect/>
          </a:stretch>
        </p:blipFill>
        <p:spPr>
          <a:xfrm>
            <a:off x="280041" y="1799268"/>
            <a:ext cx="3041275" cy="2733248"/>
          </a:xfrm>
          <a:prstGeom prst="rect">
            <a:avLst/>
          </a:prstGeom>
        </p:spPr>
      </p:pic>
      <p:pic>
        <p:nvPicPr>
          <p:cNvPr id="7" name="Picture 6">
            <a:extLst>
              <a:ext uri="{FF2B5EF4-FFF2-40B4-BE49-F238E27FC236}">
                <a16:creationId xmlns:a16="http://schemas.microsoft.com/office/drawing/2014/main" id="{5592F42B-AA7E-81EB-ECC5-60243684C665}"/>
              </a:ext>
            </a:extLst>
          </p:cNvPr>
          <p:cNvPicPr>
            <a:picLocks noChangeAspect="1"/>
          </p:cNvPicPr>
          <p:nvPr/>
        </p:nvPicPr>
        <p:blipFill>
          <a:blip r:embed="rId5"/>
          <a:stretch>
            <a:fillRect/>
          </a:stretch>
        </p:blipFill>
        <p:spPr>
          <a:xfrm>
            <a:off x="5822685" y="1799270"/>
            <a:ext cx="3041274" cy="2733248"/>
          </a:xfrm>
          <a:prstGeom prst="rect">
            <a:avLst/>
          </a:prstGeom>
        </p:spPr>
      </p:pic>
      <p:sp>
        <p:nvSpPr>
          <p:cNvPr id="8" name="TextBox 7">
            <a:extLst>
              <a:ext uri="{FF2B5EF4-FFF2-40B4-BE49-F238E27FC236}">
                <a16:creationId xmlns:a16="http://schemas.microsoft.com/office/drawing/2014/main" id="{E19EA114-6284-2338-45C6-22BA408F0ADF}"/>
              </a:ext>
            </a:extLst>
          </p:cNvPr>
          <p:cNvSpPr txBox="1"/>
          <p:nvPr/>
        </p:nvSpPr>
        <p:spPr>
          <a:xfrm>
            <a:off x="774916" y="1458329"/>
            <a:ext cx="2468910" cy="307777"/>
          </a:xfrm>
          <a:prstGeom prst="rect">
            <a:avLst/>
          </a:prstGeom>
          <a:noFill/>
        </p:spPr>
        <p:txBody>
          <a:bodyPr wrap="square" rtlCol="0">
            <a:spAutoFit/>
          </a:bodyPr>
          <a:lstStyle/>
          <a:p>
            <a:r>
              <a:rPr lang="en-US">
                <a:latin typeface="Nunito" pitchFamily="2" charset="0"/>
              </a:rPr>
              <a:t>Default</a:t>
            </a:r>
          </a:p>
        </p:txBody>
      </p:sp>
      <p:sp>
        <p:nvSpPr>
          <p:cNvPr id="9" name="TextBox 8">
            <a:extLst>
              <a:ext uri="{FF2B5EF4-FFF2-40B4-BE49-F238E27FC236}">
                <a16:creationId xmlns:a16="http://schemas.microsoft.com/office/drawing/2014/main" id="{BACDEA6A-89D6-637F-B230-65A0F9399F24}"/>
              </a:ext>
            </a:extLst>
          </p:cNvPr>
          <p:cNvSpPr txBox="1"/>
          <p:nvPr/>
        </p:nvSpPr>
        <p:spPr>
          <a:xfrm>
            <a:off x="3573559" y="1458329"/>
            <a:ext cx="2468910" cy="307777"/>
          </a:xfrm>
          <a:prstGeom prst="rect">
            <a:avLst/>
          </a:prstGeom>
          <a:noFill/>
        </p:spPr>
        <p:txBody>
          <a:bodyPr wrap="square" rtlCol="0">
            <a:spAutoFit/>
          </a:bodyPr>
          <a:lstStyle/>
          <a:p>
            <a:r>
              <a:rPr lang="en-US">
                <a:latin typeface="Nunito" pitchFamily="2" charset="0"/>
              </a:rPr>
              <a:t>Pre-Pruning</a:t>
            </a:r>
          </a:p>
        </p:txBody>
      </p:sp>
      <p:sp>
        <p:nvSpPr>
          <p:cNvPr id="10" name="TextBox 9">
            <a:extLst>
              <a:ext uri="{FF2B5EF4-FFF2-40B4-BE49-F238E27FC236}">
                <a16:creationId xmlns:a16="http://schemas.microsoft.com/office/drawing/2014/main" id="{69E8CF43-8C7A-B693-A649-1BC8CB8F6636}"/>
              </a:ext>
            </a:extLst>
          </p:cNvPr>
          <p:cNvSpPr txBox="1"/>
          <p:nvPr/>
        </p:nvSpPr>
        <p:spPr>
          <a:xfrm>
            <a:off x="6294712" y="1458329"/>
            <a:ext cx="2468910" cy="307777"/>
          </a:xfrm>
          <a:prstGeom prst="rect">
            <a:avLst/>
          </a:prstGeom>
          <a:noFill/>
        </p:spPr>
        <p:txBody>
          <a:bodyPr wrap="square" rtlCol="0">
            <a:spAutoFit/>
          </a:bodyPr>
          <a:lstStyle/>
          <a:p>
            <a:r>
              <a:rPr lang="en-US">
                <a:latin typeface="Nunito" pitchFamily="2" charset="0"/>
              </a:rPr>
              <a:t>Post-Pruning</a:t>
            </a:r>
          </a:p>
        </p:txBody>
      </p:sp>
      <p:sp>
        <p:nvSpPr>
          <p:cNvPr id="11" name="TextBox 10">
            <a:extLst>
              <a:ext uri="{FF2B5EF4-FFF2-40B4-BE49-F238E27FC236}">
                <a16:creationId xmlns:a16="http://schemas.microsoft.com/office/drawing/2014/main" id="{C679F714-F18C-E3E2-239D-AAFDF8D8E873}"/>
              </a:ext>
            </a:extLst>
          </p:cNvPr>
          <p:cNvSpPr txBox="1"/>
          <p:nvPr/>
        </p:nvSpPr>
        <p:spPr>
          <a:xfrm>
            <a:off x="705173" y="774915"/>
            <a:ext cx="7532176" cy="523220"/>
          </a:xfrm>
          <a:prstGeom prst="rect">
            <a:avLst/>
          </a:prstGeom>
          <a:noFill/>
        </p:spPr>
        <p:txBody>
          <a:bodyPr wrap="square" rtlCol="0">
            <a:spAutoFit/>
          </a:bodyPr>
          <a:lstStyle/>
          <a:p>
            <a:r>
              <a:rPr lang="en-US">
                <a:latin typeface="Nunito" pitchFamily="2" charset="0"/>
              </a:rPr>
              <a:t>In all the models exercised the most important variables were Income, Family, and CCAvg. A large family probably has special needs, making them a strong candidate for a loan.</a:t>
            </a:r>
          </a:p>
        </p:txBody>
      </p:sp>
    </p:spTree>
    <p:extLst>
      <p:ext uri="{BB962C8B-B14F-4D97-AF65-F5344CB8AC3E}">
        <p14:creationId xmlns:p14="http://schemas.microsoft.com/office/powerpoint/2010/main" val="35364153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56">
          <a:extLst>
            <a:ext uri="{FF2B5EF4-FFF2-40B4-BE49-F238E27FC236}">
              <a16:creationId xmlns:a16="http://schemas.microsoft.com/office/drawing/2014/main" id="{F3F4A0D6-87EE-7784-CB5E-525F7CC4108D}"/>
            </a:ext>
          </a:extLst>
        </p:cNvPr>
        <p:cNvGrpSpPr/>
        <p:nvPr/>
      </p:nvGrpSpPr>
      <p:grpSpPr>
        <a:xfrm>
          <a:off x="0" y="0"/>
          <a:ext cx="0" cy="0"/>
          <a:chOff x="0" y="0"/>
          <a:chExt cx="0" cy="0"/>
        </a:xfrm>
      </p:grpSpPr>
      <p:sp>
        <p:nvSpPr>
          <p:cNvPr id="257" name="Google Shape;257;p55">
            <a:extLst>
              <a:ext uri="{FF2B5EF4-FFF2-40B4-BE49-F238E27FC236}">
                <a16:creationId xmlns:a16="http://schemas.microsoft.com/office/drawing/2014/main" id="{4B083A28-24D1-18FD-8119-5A45E77EDD9D}"/>
              </a:ext>
            </a:extLst>
          </p:cNvPr>
          <p:cNvSpPr txBox="1">
            <a:spLocks noGrp="1"/>
          </p:cNvSpPr>
          <p:nvPr>
            <p:ph type="title"/>
          </p:nvPr>
        </p:nvSpPr>
        <p:spPr>
          <a:xfrm>
            <a:off x="202550" y="136879"/>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a:solidFill>
                  <a:srgbClr val="0E39A9"/>
                </a:solidFill>
              </a:rPr>
              <a:t>Model Performance Summary – Key Performance Metrics</a:t>
            </a:r>
            <a:endParaRPr sz="2400">
              <a:solidFill>
                <a:srgbClr val="0E39A9"/>
              </a:solidFill>
            </a:endParaRPr>
          </a:p>
        </p:txBody>
      </p:sp>
      <p:graphicFrame>
        <p:nvGraphicFramePr>
          <p:cNvPr id="2" name="Table 1">
            <a:extLst>
              <a:ext uri="{FF2B5EF4-FFF2-40B4-BE49-F238E27FC236}">
                <a16:creationId xmlns:a16="http://schemas.microsoft.com/office/drawing/2014/main" id="{BF99AA44-FC23-BBEA-3EE3-FC1363B3FB3E}"/>
              </a:ext>
            </a:extLst>
          </p:cNvPr>
          <p:cNvGraphicFramePr>
            <a:graphicFrameLocks noGrp="1"/>
          </p:cNvGraphicFramePr>
          <p:nvPr>
            <p:extLst>
              <p:ext uri="{D42A27DB-BD31-4B8C-83A1-F6EECF244321}">
                <p14:modId xmlns:p14="http://schemas.microsoft.com/office/powerpoint/2010/main" val="394164459"/>
              </p:ext>
            </p:extLst>
          </p:nvPr>
        </p:nvGraphicFramePr>
        <p:xfrm>
          <a:off x="1830950" y="709579"/>
          <a:ext cx="4244384" cy="1274329"/>
        </p:xfrm>
        <a:graphic>
          <a:graphicData uri="http://schemas.openxmlformats.org/drawingml/2006/table">
            <a:tbl>
              <a:tblPr>
                <a:tableStyleId>{F5AB1C69-6EDB-4FF4-983F-18BD219EF322}</a:tableStyleId>
              </a:tblPr>
              <a:tblGrid>
                <a:gridCol w="956481">
                  <a:extLst>
                    <a:ext uri="{9D8B030D-6E8A-4147-A177-3AD203B41FA5}">
                      <a16:colId xmlns:a16="http://schemas.microsoft.com/office/drawing/2014/main" val="2956965229"/>
                    </a:ext>
                  </a:extLst>
                </a:gridCol>
                <a:gridCol w="1165711">
                  <a:extLst>
                    <a:ext uri="{9D8B030D-6E8A-4147-A177-3AD203B41FA5}">
                      <a16:colId xmlns:a16="http://schemas.microsoft.com/office/drawing/2014/main" val="2443673166"/>
                    </a:ext>
                  </a:extLst>
                </a:gridCol>
                <a:gridCol w="941536">
                  <a:extLst>
                    <a:ext uri="{9D8B030D-6E8A-4147-A177-3AD203B41FA5}">
                      <a16:colId xmlns:a16="http://schemas.microsoft.com/office/drawing/2014/main" val="3238786536"/>
                    </a:ext>
                  </a:extLst>
                </a:gridCol>
                <a:gridCol w="1180656">
                  <a:extLst>
                    <a:ext uri="{9D8B030D-6E8A-4147-A177-3AD203B41FA5}">
                      <a16:colId xmlns:a16="http://schemas.microsoft.com/office/drawing/2014/main" val="1412210812"/>
                    </a:ext>
                  </a:extLst>
                </a:gridCol>
              </a:tblGrid>
              <a:tr h="512113">
                <a:tc>
                  <a:txBody>
                    <a:bodyPr/>
                    <a:lstStyle/>
                    <a:p>
                      <a:pPr algn="ctr" fontAlgn="ctr">
                        <a:buNone/>
                      </a:pPr>
                      <a:r>
                        <a:rPr lang="en-US" sz="1000" b="1" u="none" strike="noStrike">
                          <a:solidFill>
                            <a:srgbClr val="000000"/>
                          </a:solidFill>
                          <a:effectLst/>
                        </a:rPr>
                        <a:t> </a:t>
                      </a:r>
                      <a:endParaRPr lang="en-US" sz="1000" b="1" i="0" u="none" strike="noStrike">
                        <a:solidFill>
                          <a:srgbClr val="000000"/>
                        </a:solidFill>
                        <a:effectLst/>
                        <a:latin typeface="Aptos Narrow" panose="020B0004020202020204" pitchFamily="34" charset="0"/>
                      </a:endParaRPr>
                    </a:p>
                  </a:txBody>
                  <a:tcPr marL="3810" marR="3810" marT="3810" marB="0" anchor="ctr"/>
                </a:tc>
                <a:tc>
                  <a:txBody>
                    <a:bodyPr/>
                    <a:lstStyle/>
                    <a:p>
                      <a:pPr algn="ctr" fontAlgn="ctr">
                        <a:buNone/>
                      </a:pPr>
                      <a:r>
                        <a:rPr lang="en-US" sz="1000" b="1" u="none" strike="noStrike">
                          <a:solidFill>
                            <a:srgbClr val="000000"/>
                          </a:solidFill>
                          <a:effectLst/>
                        </a:rPr>
                        <a:t>Decision Tree (sklearn default)</a:t>
                      </a:r>
                      <a:endParaRPr lang="en-US" sz="1000" b="1" i="0" u="none" strike="noStrike">
                        <a:solidFill>
                          <a:srgbClr val="000000"/>
                        </a:solidFill>
                        <a:effectLst/>
                        <a:latin typeface="Aptos Narrow" panose="020B0004020202020204" pitchFamily="34" charset="0"/>
                      </a:endParaRPr>
                    </a:p>
                  </a:txBody>
                  <a:tcPr marL="3810" marR="3810" marT="3810" marB="0" anchor="ctr"/>
                </a:tc>
                <a:tc>
                  <a:txBody>
                    <a:bodyPr/>
                    <a:lstStyle/>
                    <a:p>
                      <a:pPr algn="ctr" fontAlgn="ctr">
                        <a:buNone/>
                      </a:pPr>
                      <a:r>
                        <a:rPr lang="en-US" sz="1000" b="1" u="none" strike="noStrike">
                          <a:solidFill>
                            <a:srgbClr val="000000"/>
                          </a:solidFill>
                          <a:effectLst/>
                        </a:rPr>
                        <a:t>Decision Tree (Pre-Pruning)</a:t>
                      </a:r>
                      <a:endParaRPr lang="en-US" sz="1000" b="1" i="0" u="none" strike="noStrike">
                        <a:solidFill>
                          <a:srgbClr val="000000"/>
                        </a:solidFill>
                        <a:effectLst/>
                        <a:latin typeface="Aptos Narrow" panose="020B0004020202020204" pitchFamily="34" charset="0"/>
                      </a:endParaRPr>
                    </a:p>
                  </a:txBody>
                  <a:tcPr marL="3810" marR="3810" marT="3810" marB="0" anchor="ctr"/>
                </a:tc>
                <a:tc>
                  <a:txBody>
                    <a:bodyPr/>
                    <a:lstStyle/>
                    <a:p>
                      <a:pPr algn="ctr" fontAlgn="ctr">
                        <a:buNone/>
                      </a:pPr>
                      <a:r>
                        <a:rPr lang="en-US" sz="1000" b="1" u="none" strike="noStrike">
                          <a:solidFill>
                            <a:srgbClr val="000000"/>
                          </a:solidFill>
                          <a:effectLst/>
                        </a:rPr>
                        <a:t>Decision Tree (Post-Pruning)</a:t>
                      </a:r>
                      <a:endParaRPr lang="en-US" sz="1000" b="1" i="0" u="none" strike="noStrike">
                        <a:solidFill>
                          <a:srgbClr val="000000"/>
                        </a:solidFill>
                        <a:effectLst/>
                        <a:latin typeface="Aptos Narrow" panose="020B0004020202020204" pitchFamily="34" charset="0"/>
                      </a:endParaRPr>
                    </a:p>
                  </a:txBody>
                  <a:tcPr marL="3810" marR="3810" marT="3810" marB="0" anchor="ctr"/>
                </a:tc>
                <a:extLst>
                  <a:ext uri="{0D108BD9-81ED-4DB2-BD59-A6C34878D82A}">
                    <a16:rowId xmlns:a16="http://schemas.microsoft.com/office/drawing/2014/main" val="1452147210"/>
                  </a:ext>
                </a:extLst>
              </a:tr>
              <a:tr h="190554">
                <a:tc>
                  <a:txBody>
                    <a:bodyPr/>
                    <a:lstStyle/>
                    <a:p>
                      <a:pPr algn="ctr" fontAlgn="ctr">
                        <a:buNone/>
                      </a:pPr>
                      <a:r>
                        <a:rPr lang="en-US" sz="1000" b="1" u="none" strike="noStrike">
                          <a:solidFill>
                            <a:srgbClr val="000000"/>
                          </a:solidFill>
                          <a:effectLst/>
                        </a:rPr>
                        <a:t>Accuracy</a:t>
                      </a:r>
                      <a:endParaRPr lang="en-US" sz="1000" b="1" i="0" u="none" strike="noStrike">
                        <a:solidFill>
                          <a:srgbClr val="000000"/>
                        </a:solidFill>
                        <a:effectLst/>
                        <a:latin typeface="Aptos Narrow" panose="020B0004020202020204" pitchFamily="34" charset="0"/>
                      </a:endParaRPr>
                    </a:p>
                  </a:txBody>
                  <a:tcPr marL="3810" marR="3810" marT="3810" marB="0" anchor="ctr"/>
                </a:tc>
                <a:tc>
                  <a:txBody>
                    <a:bodyPr/>
                    <a:lstStyle/>
                    <a:p>
                      <a:pPr algn="r" fontAlgn="ctr">
                        <a:buNone/>
                      </a:pPr>
                      <a:r>
                        <a:rPr lang="en-US" sz="1000" b="0" u="none" strike="noStrike">
                          <a:solidFill>
                            <a:srgbClr val="000000"/>
                          </a:solidFill>
                          <a:effectLst/>
                        </a:rPr>
                        <a:t>0.986</a:t>
                      </a:r>
                      <a:endParaRPr lang="en-US" sz="1000" b="0" i="0" u="none" strike="noStrike">
                        <a:solidFill>
                          <a:srgbClr val="000000"/>
                        </a:solidFill>
                        <a:effectLst/>
                        <a:latin typeface="Aptos Narrow" panose="020B0004020202020204" pitchFamily="34" charset="0"/>
                      </a:endParaRPr>
                    </a:p>
                  </a:txBody>
                  <a:tcPr marL="3810" marR="3810" marT="3810" marB="0" anchor="ctr"/>
                </a:tc>
                <a:tc>
                  <a:txBody>
                    <a:bodyPr/>
                    <a:lstStyle/>
                    <a:p>
                      <a:pPr algn="r" fontAlgn="ctr">
                        <a:buNone/>
                      </a:pPr>
                      <a:r>
                        <a:rPr lang="en-US" sz="1000" b="0" u="none" strike="noStrike">
                          <a:solidFill>
                            <a:srgbClr val="000000"/>
                          </a:solidFill>
                          <a:effectLst/>
                        </a:rPr>
                        <a:t>0.986</a:t>
                      </a:r>
                      <a:endParaRPr lang="en-US" sz="1000" b="0" i="0" u="none" strike="noStrike">
                        <a:solidFill>
                          <a:srgbClr val="000000"/>
                        </a:solidFill>
                        <a:effectLst/>
                        <a:latin typeface="Aptos Narrow" panose="020B0004020202020204" pitchFamily="34" charset="0"/>
                      </a:endParaRPr>
                    </a:p>
                  </a:txBody>
                  <a:tcPr marL="3810" marR="3810" marT="3810" marB="0" anchor="ctr"/>
                </a:tc>
                <a:tc>
                  <a:txBody>
                    <a:bodyPr/>
                    <a:lstStyle/>
                    <a:p>
                      <a:pPr algn="r" fontAlgn="ctr">
                        <a:buNone/>
                      </a:pPr>
                      <a:r>
                        <a:rPr lang="en-US" sz="1000" b="0" u="none" strike="noStrike">
                          <a:solidFill>
                            <a:srgbClr val="000000"/>
                          </a:solidFill>
                          <a:effectLst/>
                        </a:rPr>
                        <a:t>0.986</a:t>
                      </a:r>
                      <a:endParaRPr lang="en-US" sz="1000" b="0" i="0" u="none" strike="noStrike">
                        <a:solidFill>
                          <a:srgbClr val="000000"/>
                        </a:solidFill>
                        <a:effectLst/>
                        <a:latin typeface="Aptos Narrow" panose="020B0004020202020204" pitchFamily="34" charset="0"/>
                      </a:endParaRPr>
                    </a:p>
                  </a:txBody>
                  <a:tcPr marL="3810" marR="3810" marT="3810" marB="0" anchor="ctr"/>
                </a:tc>
                <a:extLst>
                  <a:ext uri="{0D108BD9-81ED-4DB2-BD59-A6C34878D82A}">
                    <a16:rowId xmlns:a16="http://schemas.microsoft.com/office/drawing/2014/main" val="1775642191"/>
                  </a:ext>
                </a:extLst>
              </a:tr>
              <a:tr h="190554">
                <a:tc>
                  <a:txBody>
                    <a:bodyPr/>
                    <a:lstStyle/>
                    <a:p>
                      <a:pPr algn="ctr" fontAlgn="ctr">
                        <a:buNone/>
                      </a:pPr>
                      <a:r>
                        <a:rPr lang="en-US" sz="1000" b="1" u="none" strike="noStrike">
                          <a:solidFill>
                            <a:srgbClr val="000000"/>
                          </a:solidFill>
                          <a:effectLst/>
                        </a:rPr>
                        <a:t>Recall</a:t>
                      </a:r>
                      <a:endParaRPr lang="en-US" sz="1000" b="1" i="0" u="none" strike="noStrike">
                        <a:solidFill>
                          <a:srgbClr val="000000"/>
                        </a:solidFill>
                        <a:effectLst/>
                        <a:latin typeface="Aptos Narrow" panose="020B0004020202020204" pitchFamily="34" charset="0"/>
                      </a:endParaRPr>
                    </a:p>
                  </a:txBody>
                  <a:tcPr marL="3810" marR="3810" marT="3810" marB="0" anchor="ctr"/>
                </a:tc>
                <a:tc>
                  <a:txBody>
                    <a:bodyPr/>
                    <a:lstStyle/>
                    <a:p>
                      <a:pPr algn="r" fontAlgn="ctr">
                        <a:buNone/>
                      </a:pPr>
                      <a:r>
                        <a:rPr lang="en-US" sz="1000" b="0" u="none" strike="noStrike">
                          <a:solidFill>
                            <a:srgbClr val="000000"/>
                          </a:solidFill>
                          <a:effectLst/>
                        </a:rPr>
                        <a:t>0.932886</a:t>
                      </a:r>
                      <a:endParaRPr lang="en-US" sz="1000" b="0" i="0" u="none" strike="noStrike">
                        <a:solidFill>
                          <a:srgbClr val="000000"/>
                        </a:solidFill>
                        <a:effectLst/>
                        <a:latin typeface="Aptos Narrow" panose="020B0004020202020204" pitchFamily="34" charset="0"/>
                      </a:endParaRPr>
                    </a:p>
                  </a:txBody>
                  <a:tcPr marL="3810" marR="3810" marT="3810" marB="0" anchor="ctr"/>
                </a:tc>
                <a:tc>
                  <a:txBody>
                    <a:bodyPr/>
                    <a:lstStyle/>
                    <a:p>
                      <a:pPr algn="r" fontAlgn="ctr">
                        <a:buNone/>
                      </a:pPr>
                      <a:r>
                        <a:rPr lang="en-US" sz="1000" b="0" u="none" strike="noStrike">
                          <a:solidFill>
                            <a:srgbClr val="000000"/>
                          </a:solidFill>
                          <a:effectLst/>
                        </a:rPr>
                        <a:t>0.932886</a:t>
                      </a:r>
                      <a:endParaRPr lang="en-US" sz="1000" b="0" i="0" u="none" strike="noStrike">
                        <a:solidFill>
                          <a:srgbClr val="000000"/>
                        </a:solidFill>
                        <a:effectLst/>
                        <a:latin typeface="Aptos Narrow" panose="020B0004020202020204" pitchFamily="34" charset="0"/>
                      </a:endParaRPr>
                    </a:p>
                  </a:txBody>
                  <a:tcPr marL="3810" marR="3810" marT="3810" marB="0" anchor="ctr"/>
                </a:tc>
                <a:tc>
                  <a:txBody>
                    <a:bodyPr/>
                    <a:lstStyle/>
                    <a:p>
                      <a:pPr algn="r" fontAlgn="ctr">
                        <a:buNone/>
                      </a:pPr>
                      <a:r>
                        <a:rPr lang="en-US" sz="1000" b="0" u="none" strike="noStrike">
                          <a:solidFill>
                            <a:srgbClr val="000000"/>
                          </a:solidFill>
                          <a:effectLst/>
                        </a:rPr>
                        <a:t>0.932886</a:t>
                      </a:r>
                      <a:endParaRPr lang="en-US" sz="1000" b="0" i="0" u="none" strike="noStrike">
                        <a:solidFill>
                          <a:srgbClr val="000000"/>
                        </a:solidFill>
                        <a:effectLst/>
                        <a:latin typeface="Aptos Narrow" panose="020B0004020202020204" pitchFamily="34" charset="0"/>
                      </a:endParaRPr>
                    </a:p>
                  </a:txBody>
                  <a:tcPr marL="3810" marR="3810" marT="3810" marB="0" anchor="ctr"/>
                </a:tc>
                <a:extLst>
                  <a:ext uri="{0D108BD9-81ED-4DB2-BD59-A6C34878D82A}">
                    <a16:rowId xmlns:a16="http://schemas.microsoft.com/office/drawing/2014/main" val="2766263669"/>
                  </a:ext>
                </a:extLst>
              </a:tr>
              <a:tr h="190554">
                <a:tc>
                  <a:txBody>
                    <a:bodyPr/>
                    <a:lstStyle/>
                    <a:p>
                      <a:pPr algn="ctr" fontAlgn="ctr">
                        <a:buNone/>
                      </a:pPr>
                      <a:r>
                        <a:rPr lang="en-US" sz="1000" b="1" u="none" strike="noStrike">
                          <a:solidFill>
                            <a:srgbClr val="000000"/>
                          </a:solidFill>
                          <a:effectLst/>
                        </a:rPr>
                        <a:t>Precision</a:t>
                      </a:r>
                      <a:endParaRPr lang="en-US" sz="1000" b="1" i="0" u="none" strike="noStrike">
                        <a:solidFill>
                          <a:srgbClr val="000000"/>
                        </a:solidFill>
                        <a:effectLst/>
                        <a:latin typeface="Aptos Narrow" panose="020B0004020202020204" pitchFamily="34" charset="0"/>
                      </a:endParaRPr>
                    </a:p>
                  </a:txBody>
                  <a:tcPr marL="3810" marR="3810" marT="3810" marB="0" anchor="ctr"/>
                </a:tc>
                <a:tc>
                  <a:txBody>
                    <a:bodyPr/>
                    <a:lstStyle/>
                    <a:p>
                      <a:pPr algn="r" fontAlgn="ctr">
                        <a:buNone/>
                      </a:pPr>
                      <a:r>
                        <a:rPr lang="en-US" sz="1000" b="0" u="none" strike="noStrike">
                          <a:solidFill>
                            <a:srgbClr val="000000"/>
                          </a:solidFill>
                          <a:effectLst/>
                        </a:rPr>
                        <a:t>0.926667</a:t>
                      </a:r>
                      <a:endParaRPr lang="en-US" sz="1000" b="0" i="0" u="none" strike="noStrike">
                        <a:solidFill>
                          <a:srgbClr val="000000"/>
                        </a:solidFill>
                        <a:effectLst/>
                        <a:latin typeface="Aptos Narrow" panose="020B0004020202020204" pitchFamily="34" charset="0"/>
                      </a:endParaRPr>
                    </a:p>
                  </a:txBody>
                  <a:tcPr marL="3810" marR="3810" marT="3810" marB="0" anchor="ctr"/>
                </a:tc>
                <a:tc>
                  <a:txBody>
                    <a:bodyPr/>
                    <a:lstStyle/>
                    <a:p>
                      <a:pPr algn="r" fontAlgn="ctr">
                        <a:buNone/>
                      </a:pPr>
                      <a:r>
                        <a:rPr lang="en-US" sz="1000" b="0" u="none" strike="noStrike">
                          <a:solidFill>
                            <a:srgbClr val="000000"/>
                          </a:solidFill>
                          <a:effectLst/>
                        </a:rPr>
                        <a:t>0.926667</a:t>
                      </a:r>
                      <a:endParaRPr lang="en-US" sz="1000" b="0" i="0" u="none" strike="noStrike">
                        <a:solidFill>
                          <a:srgbClr val="000000"/>
                        </a:solidFill>
                        <a:effectLst/>
                        <a:latin typeface="Aptos Narrow" panose="020B0004020202020204" pitchFamily="34" charset="0"/>
                      </a:endParaRPr>
                    </a:p>
                  </a:txBody>
                  <a:tcPr marL="3810" marR="3810" marT="3810" marB="0" anchor="ctr"/>
                </a:tc>
                <a:tc>
                  <a:txBody>
                    <a:bodyPr/>
                    <a:lstStyle/>
                    <a:p>
                      <a:pPr algn="r" fontAlgn="ctr">
                        <a:buNone/>
                      </a:pPr>
                      <a:r>
                        <a:rPr lang="en-US" sz="1000" b="0" u="none" strike="noStrike">
                          <a:solidFill>
                            <a:srgbClr val="000000"/>
                          </a:solidFill>
                          <a:effectLst/>
                        </a:rPr>
                        <a:t>0.926667</a:t>
                      </a:r>
                      <a:endParaRPr lang="en-US" sz="1000" b="0" i="0" u="none" strike="noStrike">
                        <a:solidFill>
                          <a:srgbClr val="000000"/>
                        </a:solidFill>
                        <a:effectLst/>
                        <a:latin typeface="Aptos Narrow" panose="020B0004020202020204" pitchFamily="34" charset="0"/>
                      </a:endParaRPr>
                    </a:p>
                  </a:txBody>
                  <a:tcPr marL="3810" marR="3810" marT="3810" marB="0" anchor="ctr"/>
                </a:tc>
                <a:extLst>
                  <a:ext uri="{0D108BD9-81ED-4DB2-BD59-A6C34878D82A}">
                    <a16:rowId xmlns:a16="http://schemas.microsoft.com/office/drawing/2014/main" val="4079243033"/>
                  </a:ext>
                </a:extLst>
              </a:tr>
              <a:tr h="190554">
                <a:tc>
                  <a:txBody>
                    <a:bodyPr/>
                    <a:lstStyle/>
                    <a:p>
                      <a:pPr algn="ctr" fontAlgn="ctr">
                        <a:buNone/>
                      </a:pPr>
                      <a:r>
                        <a:rPr lang="en-US" sz="1000" b="1" u="none" strike="noStrike">
                          <a:solidFill>
                            <a:srgbClr val="000000"/>
                          </a:solidFill>
                          <a:effectLst/>
                        </a:rPr>
                        <a:t>F1</a:t>
                      </a:r>
                      <a:endParaRPr lang="en-US" sz="1000" b="1" i="0" u="none" strike="noStrike">
                        <a:solidFill>
                          <a:srgbClr val="000000"/>
                        </a:solidFill>
                        <a:effectLst/>
                        <a:latin typeface="Aptos Narrow" panose="020B0004020202020204" pitchFamily="34" charset="0"/>
                      </a:endParaRPr>
                    </a:p>
                  </a:txBody>
                  <a:tcPr marL="3810" marR="3810" marT="3810" marB="0" anchor="ctr"/>
                </a:tc>
                <a:tc>
                  <a:txBody>
                    <a:bodyPr/>
                    <a:lstStyle/>
                    <a:p>
                      <a:pPr algn="r" fontAlgn="ctr">
                        <a:buNone/>
                      </a:pPr>
                      <a:r>
                        <a:rPr lang="en-US" sz="1000" b="0" u="none" strike="noStrike">
                          <a:solidFill>
                            <a:srgbClr val="000000"/>
                          </a:solidFill>
                          <a:effectLst/>
                        </a:rPr>
                        <a:t>0.929766</a:t>
                      </a:r>
                      <a:endParaRPr lang="en-US" sz="1000" b="0" i="0" u="none" strike="noStrike">
                        <a:solidFill>
                          <a:srgbClr val="000000"/>
                        </a:solidFill>
                        <a:effectLst/>
                        <a:latin typeface="Aptos Narrow" panose="020B0004020202020204" pitchFamily="34" charset="0"/>
                      </a:endParaRPr>
                    </a:p>
                  </a:txBody>
                  <a:tcPr marL="3810" marR="3810" marT="3810" marB="0" anchor="ctr"/>
                </a:tc>
                <a:tc>
                  <a:txBody>
                    <a:bodyPr/>
                    <a:lstStyle/>
                    <a:p>
                      <a:pPr algn="r" fontAlgn="ctr">
                        <a:buNone/>
                      </a:pPr>
                      <a:r>
                        <a:rPr lang="en-US" sz="1000" b="0" u="none" strike="noStrike">
                          <a:solidFill>
                            <a:srgbClr val="000000"/>
                          </a:solidFill>
                          <a:effectLst/>
                        </a:rPr>
                        <a:t>0.929766</a:t>
                      </a:r>
                      <a:endParaRPr lang="en-US" sz="1000" b="0" i="0" u="none" strike="noStrike">
                        <a:solidFill>
                          <a:srgbClr val="000000"/>
                        </a:solidFill>
                        <a:effectLst/>
                        <a:latin typeface="Aptos Narrow" panose="020B0004020202020204" pitchFamily="34" charset="0"/>
                      </a:endParaRPr>
                    </a:p>
                  </a:txBody>
                  <a:tcPr marL="3810" marR="3810" marT="3810" marB="0" anchor="ctr"/>
                </a:tc>
                <a:tc>
                  <a:txBody>
                    <a:bodyPr/>
                    <a:lstStyle/>
                    <a:p>
                      <a:pPr algn="r" fontAlgn="ctr">
                        <a:buNone/>
                      </a:pPr>
                      <a:r>
                        <a:rPr lang="en-US" sz="1000" b="0" u="none" strike="noStrike">
                          <a:solidFill>
                            <a:srgbClr val="000000"/>
                          </a:solidFill>
                          <a:effectLst/>
                        </a:rPr>
                        <a:t>0.929766</a:t>
                      </a:r>
                      <a:endParaRPr lang="en-US" sz="1000" b="0" i="0" u="none" strike="noStrike">
                        <a:solidFill>
                          <a:srgbClr val="000000"/>
                        </a:solidFill>
                        <a:effectLst/>
                        <a:latin typeface="Aptos Narrow" panose="020B0004020202020204" pitchFamily="34" charset="0"/>
                      </a:endParaRPr>
                    </a:p>
                  </a:txBody>
                  <a:tcPr marL="3810" marR="3810" marT="3810" marB="0" anchor="ctr"/>
                </a:tc>
                <a:extLst>
                  <a:ext uri="{0D108BD9-81ED-4DB2-BD59-A6C34878D82A}">
                    <a16:rowId xmlns:a16="http://schemas.microsoft.com/office/drawing/2014/main" val="892119278"/>
                  </a:ext>
                </a:extLst>
              </a:tr>
            </a:tbl>
          </a:graphicData>
        </a:graphic>
      </p:graphicFrame>
      <p:sp>
        <p:nvSpPr>
          <p:cNvPr id="3" name="TextBox 2">
            <a:extLst>
              <a:ext uri="{FF2B5EF4-FFF2-40B4-BE49-F238E27FC236}">
                <a16:creationId xmlns:a16="http://schemas.microsoft.com/office/drawing/2014/main" id="{91605F1C-FF89-8024-B05A-75C8CA8361B4}"/>
              </a:ext>
            </a:extLst>
          </p:cNvPr>
          <p:cNvSpPr txBox="1"/>
          <p:nvPr/>
        </p:nvSpPr>
        <p:spPr>
          <a:xfrm>
            <a:off x="294468" y="2371241"/>
            <a:ext cx="8276095" cy="1384995"/>
          </a:xfrm>
          <a:prstGeom prst="rect">
            <a:avLst/>
          </a:prstGeom>
          <a:noFill/>
        </p:spPr>
        <p:txBody>
          <a:bodyPr wrap="square" rtlCol="0">
            <a:spAutoFit/>
          </a:bodyPr>
          <a:lstStyle/>
          <a:p>
            <a:r>
              <a:rPr lang="en-US"/>
              <a:t>The similar results show that the dataset had strong features(Income, Education, or CCAvg) that clearly distinguish borrowers from non-borrowers. The default model found the optimal path to separate customers based on the strong data.</a:t>
            </a:r>
          </a:p>
          <a:p>
            <a:endParaRPr lang="en-US"/>
          </a:p>
          <a:p>
            <a:r>
              <a:rPr lang="en-US"/>
              <a:t>We added extra parameters for pre-pruning and post-pruning, but the results were the same. The natural split was already the best split. </a:t>
            </a:r>
          </a:p>
        </p:txBody>
      </p:sp>
    </p:spTree>
    <p:extLst>
      <p:ext uri="{BB962C8B-B14F-4D97-AF65-F5344CB8AC3E}">
        <p14:creationId xmlns:p14="http://schemas.microsoft.com/office/powerpoint/2010/main" val="18155018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56"/>
          <p:cNvSpPr txBox="1">
            <a:spLocks noGrp="1"/>
          </p:cNvSpPr>
          <p:nvPr>
            <p:ph type="title"/>
          </p:nvPr>
        </p:nvSpPr>
        <p:spPr>
          <a:xfrm>
            <a:off x="202550" y="136879"/>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350">
                <a:solidFill>
                  <a:srgbClr val="0E39A9"/>
                </a:solidFill>
              </a:rPr>
              <a:t>Model Performance Improvement</a:t>
            </a:r>
            <a:endParaRPr sz="2350">
              <a:solidFill>
                <a:srgbClr val="0E39A9"/>
              </a:solidFill>
            </a:endParaRPr>
          </a:p>
        </p:txBody>
      </p:sp>
      <p:sp>
        <p:nvSpPr>
          <p:cNvPr id="265" name="Google Shape;265;p56"/>
          <p:cNvSpPr txBox="1"/>
          <p:nvPr/>
        </p:nvSpPr>
        <p:spPr>
          <a:xfrm>
            <a:off x="325250" y="808475"/>
            <a:ext cx="8397900" cy="1856888"/>
          </a:xfrm>
          <a:prstGeom prst="rect">
            <a:avLst/>
          </a:prstGeom>
          <a:noFill/>
          <a:ln>
            <a:noFill/>
          </a:ln>
        </p:spPr>
        <p:txBody>
          <a:bodyPr spcFirstLastPara="1" wrap="square" lIns="91425" tIns="91425" rIns="91425" bIns="91425" anchor="t" anchorCtr="0">
            <a:spAutoFit/>
          </a:bodyPr>
          <a:lstStyle/>
          <a:p>
            <a:pPr marL="457200" lvl="0" indent="-330200" algn="l" rtl="0">
              <a:lnSpc>
                <a:spcPct val="115000"/>
              </a:lnSpc>
              <a:spcBef>
                <a:spcPts val="1000"/>
              </a:spcBef>
              <a:spcAft>
                <a:spcPts val="0"/>
              </a:spcAft>
              <a:buSzPts val="1600"/>
              <a:buFont typeface="Nunito"/>
              <a:buChar char="●"/>
            </a:pPr>
            <a:r>
              <a:rPr lang="en-US" sz="1600">
                <a:solidFill>
                  <a:schemeClr val="dk1"/>
                </a:solidFill>
                <a:latin typeface="Nunito"/>
                <a:ea typeface="Nunito"/>
                <a:cs typeface="Nunito"/>
                <a:sym typeface="Nunito"/>
              </a:rPr>
              <a:t>Despite applying different model pruning methods (default, pre-pruning, post-pruning), the results ended up the same.</a:t>
            </a:r>
            <a:endParaRPr sz="1600">
              <a:solidFill>
                <a:schemeClr val="dk1"/>
              </a:solidFill>
              <a:latin typeface="Nunito"/>
              <a:ea typeface="Nunito"/>
              <a:cs typeface="Nunito"/>
              <a:sym typeface="Nunito"/>
            </a:endParaRPr>
          </a:p>
          <a:p>
            <a:pPr marL="457200" lvl="0" indent="-330200">
              <a:lnSpc>
                <a:spcPct val="115000"/>
              </a:lnSpc>
              <a:spcBef>
                <a:spcPts val="1000"/>
              </a:spcBef>
              <a:buSzPts val="1600"/>
              <a:buFont typeface="Nunito"/>
              <a:buChar char="●"/>
            </a:pPr>
            <a:r>
              <a:rPr lang="en" sz="1600">
                <a:solidFill>
                  <a:schemeClr val="dk1"/>
                </a:solidFill>
                <a:latin typeface="Nunito"/>
                <a:ea typeface="Nunito"/>
                <a:cs typeface="Nunito"/>
                <a:sym typeface="Nunito"/>
              </a:rPr>
              <a:t>The fact that the importance of the </a:t>
            </a:r>
            <a:r>
              <a:rPr lang="en" sz="1600" b="1">
                <a:solidFill>
                  <a:schemeClr val="dk1"/>
                </a:solidFill>
                <a:latin typeface="Nunito"/>
                <a:ea typeface="Nunito"/>
                <a:cs typeface="Nunito"/>
                <a:sym typeface="Nunito"/>
              </a:rPr>
              <a:t>features</a:t>
            </a:r>
            <a:r>
              <a:rPr lang="en" sz="1600">
                <a:solidFill>
                  <a:schemeClr val="dk1"/>
                </a:solidFill>
                <a:latin typeface="Nunito"/>
                <a:ea typeface="Nunito"/>
                <a:cs typeface="Nunito"/>
                <a:sym typeface="Nunito"/>
              </a:rPr>
              <a:t> changed drastically as we changed the pruning method did not affect the result. It shows that income, family, and average </a:t>
            </a:r>
            <a:r>
              <a:rPr lang="en-US" sz="1600">
                <a:solidFill>
                  <a:schemeClr val="dk1"/>
                </a:solidFill>
                <a:latin typeface="Nunito"/>
                <a:ea typeface="Nunito"/>
                <a:cs typeface="Nunito"/>
                <a:sym typeface="Nunito"/>
              </a:rPr>
              <a:t>credit card spending were the strongest factors driving</a:t>
            </a:r>
            <a:r>
              <a:rPr lang="en" sz="1600">
                <a:solidFill>
                  <a:schemeClr val="dk1"/>
                </a:solidFill>
                <a:latin typeface="Nunito"/>
                <a:ea typeface="Nunito"/>
                <a:cs typeface="Nunito"/>
                <a:sym typeface="Nunito"/>
              </a:rPr>
              <a:t> the decision. </a:t>
            </a:r>
            <a:endParaRPr sz="1600">
              <a:solidFill>
                <a:schemeClr val="dk1"/>
              </a:solidFill>
              <a:latin typeface="Nunito"/>
              <a:ea typeface="Nunito"/>
              <a:cs typeface="Nunito"/>
              <a:sym typeface="Nunito"/>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p57"/>
          <p:cNvSpPr/>
          <p:nvPr/>
        </p:nvSpPr>
        <p:spPr>
          <a:xfrm>
            <a:off x="0" y="3442950"/>
            <a:ext cx="9162600" cy="7806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57"/>
          <p:cNvSpPr txBox="1"/>
          <p:nvPr/>
        </p:nvSpPr>
        <p:spPr>
          <a:xfrm>
            <a:off x="32525" y="3526575"/>
            <a:ext cx="44187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800" b="1">
                <a:solidFill>
                  <a:schemeClr val="lt1"/>
                </a:solidFill>
                <a:latin typeface="Nunito"/>
                <a:ea typeface="Nunito"/>
                <a:cs typeface="Nunito"/>
                <a:sym typeface="Nunito"/>
              </a:rPr>
              <a:t>APPENDIX</a:t>
            </a:r>
            <a:endParaRPr sz="2800" b="1">
              <a:solidFill>
                <a:schemeClr val="lt1"/>
              </a:solidFill>
              <a:latin typeface="Nunito"/>
              <a:ea typeface="Nunito"/>
              <a:cs typeface="Nunito"/>
              <a:sym typeface="Nunito"/>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58"/>
          <p:cNvSpPr txBox="1">
            <a:spLocks noGrp="1"/>
          </p:cNvSpPr>
          <p:nvPr>
            <p:ph type="title"/>
          </p:nvPr>
        </p:nvSpPr>
        <p:spPr>
          <a:xfrm>
            <a:off x="202550" y="136879"/>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a:solidFill>
                  <a:srgbClr val="0E39A9"/>
                </a:solidFill>
              </a:rPr>
              <a:t>Data Background and Contents</a:t>
            </a:r>
            <a:endParaRPr sz="2400">
              <a:solidFill>
                <a:srgbClr val="0E39A9"/>
              </a:solidFill>
            </a:endParaRPr>
          </a:p>
        </p:txBody>
      </p:sp>
      <p:sp>
        <p:nvSpPr>
          <p:cNvPr id="278" name="Google Shape;278;p58"/>
          <p:cNvSpPr txBox="1"/>
          <p:nvPr/>
        </p:nvSpPr>
        <p:spPr>
          <a:xfrm>
            <a:off x="325250" y="808475"/>
            <a:ext cx="8397900" cy="4732547"/>
          </a:xfrm>
          <a:prstGeom prst="rect">
            <a:avLst/>
          </a:prstGeom>
          <a:noFill/>
          <a:ln>
            <a:noFill/>
          </a:ln>
        </p:spPr>
        <p:txBody>
          <a:bodyPr spcFirstLastPara="1" wrap="square" lIns="91425" tIns="91425" rIns="91425" bIns="91425" anchor="t" anchorCtr="0">
            <a:spAutoFit/>
          </a:bodyPr>
          <a:lstStyle/>
          <a:p>
            <a:pPr lvl="8"/>
            <a:r>
              <a:rPr lang="en-US" sz="1600">
                <a:latin typeface="Nunito" pitchFamily="2" charset="0"/>
              </a:rPr>
              <a:t>The loan dataset provided was robust and high-quality, characterized by strong predictive features and minimal outliers. While the overall data integrity was excellent, we did identify and address latent missing values within the 'Experience' feature</a:t>
            </a:r>
            <a:r>
              <a:rPr lang="en" sz="1600">
                <a:latin typeface="Nunito" pitchFamily="2" charset="0"/>
                <a:ea typeface="Nunito"/>
                <a:cs typeface="Nunito"/>
                <a:sym typeface="Nunito"/>
              </a:rPr>
              <a:t>.</a:t>
            </a:r>
          </a:p>
          <a:p>
            <a:pPr lvl="8"/>
            <a:br>
              <a:rPr lang="en" sz="1600">
                <a:latin typeface="Nunito" pitchFamily="2" charset="0"/>
                <a:ea typeface="Nunito"/>
                <a:cs typeface="Nunito"/>
                <a:sym typeface="Nunito"/>
              </a:rPr>
            </a:br>
            <a:r>
              <a:rPr lang="en" b="1">
                <a:solidFill>
                  <a:schemeClr val="tx2">
                    <a:lumMod val="75000"/>
                  </a:schemeClr>
                </a:solidFill>
                <a:latin typeface="Nunito" pitchFamily="2" charset="0"/>
                <a:ea typeface="Nunito"/>
                <a:cs typeface="Nunito"/>
                <a:sym typeface="Nunito"/>
              </a:rPr>
              <a:t>The dataset</a:t>
            </a:r>
          </a:p>
          <a:p>
            <a:pPr marL="169863" lvl="8" indent="-169863">
              <a:buFont typeface="Arial" panose="020B0604020202020204" pitchFamily="34" charset="0"/>
              <a:buChar char="•"/>
            </a:pPr>
            <a:r>
              <a:rPr lang="en-US" sz="1100">
                <a:latin typeface="Nunito" pitchFamily="2" charset="0"/>
              </a:rPr>
              <a:t>ID: Customer ID</a:t>
            </a:r>
          </a:p>
          <a:p>
            <a:pPr marL="171450" lvl="8" indent="-171450">
              <a:buFont typeface="Arial" panose="020B0604020202020204" pitchFamily="34" charset="0"/>
              <a:buChar char="•"/>
            </a:pPr>
            <a:r>
              <a:rPr lang="en-US" sz="1100">
                <a:latin typeface="Nunito" pitchFamily="2" charset="0"/>
              </a:rPr>
              <a:t>Age: Customer’s age in completed years</a:t>
            </a:r>
          </a:p>
          <a:p>
            <a:pPr marL="171450" lvl="8" indent="-171450">
              <a:buFont typeface="Arial" panose="020B0604020202020204" pitchFamily="34" charset="0"/>
              <a:buChar char="•"/>
            </a:pPr>
            <a:r>
              <a:rPr lang="en-US" sz="1100">
                <a:latin typeface="Nunito" pitchFamily="2" charset="0"/>
              </a:rPr>
              <a:t>Experience: # years of professional experience</a:t>
            </a:r>
          </a:p>
          <a:p>
            <a:pPr marL="171450" lvl="8" indent="-171450">
              <a:buFont typeface="Arial" panose="020B0604020202020204" pitchFamily="34" charset="0"/>
              <a:buChar char="•"/>
            </a:pPr>
            <a:r>
              <a:rPr lang="en-US" sz="1100">
                <a:latin typeface="Nunito" pitchFamily="2" charset="0"/>
              </a:rPr>
              <a:t>Income: Annual income of the customer (in thousand dollars)</a:t>
            </a:r>
          </a:p>
          <a:p>
            <a:pPr marL="171450" lvl="8" indent="-171450">
              <a:buFont typeface="Arial" panose="020B0604020202020204" pitchFamily="34" charset="0"/>
              <a:buChar char="•"/>
            </a:pPr>
            <a:r>
              <a:rPr lang="en-US" sz="1100">
                <a:latin typeface="Nunito" pitchFamily="2" charset="0"/>
              </a:rPr>
              <a:t>ZIP Code: Home Address ZIP code.</a:t>
            </a:r>
          </a:p>
          <a:p>
            <a:pPr marL="171450" lvl="8" indent="-171450">
              <a:buFont typeface="Arial" panose="020B0604020202020204" pitchFamily="34" charset="0"/>
              <a:buChar char="•"/>
            </a:pPr>
            <a:r>
              <a:rPr lang="en-US" sz="1100">
                <a:latin typeface="Nunito" pitchFamily="2" charset="0"/>
              </a:rPr>
              <a:t>Family: The family size of the customer</a:t>
            </a:r>
          </a:p>
          <a:p>
            <a:pPr marL="171450" lvl="8" indent="-171450">
              <a:buFont typeface="Arial" panose="020B0604020202020204" pitchFamily="34" charset="0"/>
              <a:buChar char="•"/>
            </a:pPr>
            <a:r>
              <a:rPr lang="en-US" sz="1100">
                <a:latin typeface="Nunito" pitchFamily="2" charset="0"/>
              </a:rPr>
              <a:t>CCAvg: Average spending on credit cards per month (in thousand dollars)</a:t>
            </a:r>
          </a:p>
          <a:p>
            <a:pPr marL="171450" lvl="8" indent="-171450">
              <a:buFont typeface="Arial" panose="020B0604020202020204" pitchFamily="34" charset="0"/>
              <a:buChar char="•"/>
            </a:pPr>
            <a:r>
              <a:rPr lang="en-US" sz="1100">
                <a:latin typeface="Nunito" pitchFamily="2" charset="0"/>
              </a:rPr>
              <a:t>Education: Education Level. 1: Undergrad; 2: Graduate;3: Advanced/Professional</a:t>
            </a:r>
          </a:p>
          <a:p>
            <a:pPr marL="171450" lvl="8" indent="-171450">
              <a:buFont typeface="Arial" panose="020B0604020202020204" pitchFamily="34" charset="0"/>
              <a:buChar char="•"/>
            </a:pPr>
            <a:r>
              <a:rPr lang="en-US" sz="1100">
                <a:latin typeface="Nunito" pitchFamily="2" charset="0"/>
              </a:rPr>
              <a:t>Mortgage: Value of house mortgage if any. (in thousand dollars)</a:t>
            </a:r>
          </a:p>
          <a:p>
            <a:pPr marL="171450" lvl="8" indent="-171450">
              <a:buFont typeface="Arial" panose="020B0604020202020204" pitchFamily="34" charset="0"/>
              <a:buChar char="•"/>
            </a:pPr>
            <a:r>
              <a:rPr lang="en-US" sz="1100">
                <a:latin typeface="Nunito" pitchFamily="2" charset="0"/>
              </a:rPr>
              <a:t>Personal_Loan: Did this customer accept the personal loan offered in the last campaign?</a:t>
            </a:r>
          </a:p>
          <a:p>
            <a:pPr marL="171450" lvl="8" indent="-171450">
              <a:buFont typeface="Arial" panose="020B0604020202020204" pitchFamily="34" charset="0"/>
              <a:buChar char="•"/>
            </a:pPr>
            <a:r>
              <a:rPr lang="en-US" sz="1100">
                <a:latin typeface="Nunito" pitchFamily="2" charset="0"/>
              </a:rPr>
              <a:t>Securities_Account: Does the customer have a securities account with the bank?</a:t>
            </a:r>
          </a:p>
          <a:p>
            <a:pPr marL="171450" lvl="8" indent="-171450">
              <a:buFont typeface="Arial" panose="020B0604020202020204" pitchFamily="34" charset="0"/>
              <a:buChar char="•"/>
            </a:pPr>
            <a:r>
              <a:rPr lang="en-US" sz="1100">
                <a:latin typeface="Nunito" pitchFamily="2" charset="0"/>
              </a:rPr>
              <a:t>CD_Account: Does the customer have a certificate of deposit (CD) account with the bank?</a:t>
            </a:r>
          </a:p>
          <a:p>
            <a:pPr marL="171450" lvl="8" indent="-171450">
              <a:buFont typeface="Arial" panose="020B0604020202020204" pitchFamily="34" charset="0"/>
              <a:buChar char="•"/>
            </a:pPr>
            <a:r>
              <a:rPr lang="en-US" sz="1100">
                <a:latin typeface="Nunito" pitchFamily="2" charset="0"/>
              </a:rPr>
              <a:t>Online: Do customers use Internet banking facilities?</a:t>
            </a:r>
          </a:p>
          <a:p>
            <a:pPr marL="171450" lvl="8" indent="-171450">
              <a:buFont typeface="Arial" panose="020B0604020202020204" pitchFamily="34" charset="0"/>
              <a:buChar char="•"/>
            </a:pPr>
            <a:r>
              <a:rPr lang="en-US" sz="1100">
                <a:latin typeface="Nunito" pitchFamily="2" charset="0"/>
              </a:rPr>
              <a:t>CreditCard: Does the customer use a credit card issued by any other Bank (excluding All Life Bank)?</a:t>
            </a:r>
          </a:p>
          <a:p>
            <a:pPr marL="127000" lvl="0" algn="l" rtl="0">
              <a:lnSpc>
                <a:spcPct val="115000"/>
              </a:lnSpc>
              <a:spcBef>
                <a:spcPts val="1000"/>
              </a:spcBef>
              <a:spcAft>
                <a:spcPts val="0"/>
              </a:spcAft>
              <a:buSzPts val="1600"/>
            </a:pPr>
            <a:br>
              <a:rPr lang="en" sz="1600">
                <a:latin typeface="Nunito"/>
                <a:ea typeface="Nunito"/>
                <a:cs typeface="Nunito"/>
                <a:sym typeface="Nunito"/>
              </a:rPr>
            </a:br>
            <a:br>
              <a:rPr lang="en" sz="1600">
                <a:latin typeface="Nunito"/>
                <a:ea typeface="Nunito"/>
                <a:cs typeface="Nunito"/>
                <a:sym typeface="Nunito"/>
              </a:rPr>
            </a:br>
            <a:endParaRPr sz="1600">
              <a:latin typeface="Nunito"/>
              <a:ea typeface="Nunito"/>
              <a:cs typeface="Nunito"/>
              <a:sym typeface="Nunito"/>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59"/>
          <p:cNvSpPr txBox="1">
            <a:spLocks noGrp="1"/>
          </p:cNvSpPr>
          <p:nvPr>
            <p:ph type="title"/>
          </p:nvPr>
        </p:nvSpPr>
        <p:spPr>
          <a:xfrm>
            <a:off x="202550" y="136879"/>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350">
                <a:solidFill>
                  <a:srgbClr val="0E39A9"/>
                </a:solidFill>
              </a:rPr>
              <a:t>Slide Header</a:t>
            </a:r>
            <a:endParaRPr sz="2350">
              <a:solidFill>
                <a:srgbClr val="0E39A9"/>
              </a:solidFill>
            </a:endParaRPr>
          </a:p>
        </p:txBody>
      </p:sp>
      <p:sp>
        <p:nvSpPr>
          <p:cNvPr id="284" name="Google Shape;284;p59"/>
          <p:cNvSpPr txBox="1"/>
          <p:nvPr/>
        </p:nvSpPr>
        <p:spPr>
          <a:xfrm>
            <a:off x="325250" y="808475"/>
            <a:ext cx="8397900" cy="431100"/>
          </a:xfrm>
          <a:prstGeom prst="rect">
            <a:avLst/>
          </a:prstGeom>
          <a:noFill/>
          <a:ln>
            <a:noFill/>
          </a:ln>
        </p:spPr>
        <p:txBody>
          <a:bodyPr spcFirstLastPara="1" wrap="square" lIns="91425" tIns="91425" rIns="91425" bIns="91425" anchor="t" anchorCtr="0">
            <a:spAutoFit/>
          </a:bodyPr>
          <a:lstStyle/>
          <a:p>
            <a:pPr marL="457200" lvl="0" indent="-330200" algn="l" rtl="0">
              <a:lnSpc>
                <a:spcPct val="115000"/>
              </a:lnSpc>
              <a:spcBef>
                <a:spcPts val="0"/>
              </a:spcBef>
              <a:spcAft>
                <a:spcPts val="0"/>
              </a:spcAft>
              <a:buSzPts val="1600"/>
              <a:buFont typeface="Nunito"/>
              <a:buChar char="●"/>
            </a:pPr>
            <a:r>
              <a:rPr lang="en" sz="1600">
                <a:solidFill>
                  <a:schemeClr val="dk1"/>
                </a:solidFill>
                <a:latin typeface="Nunito"/>
                <a:ea typeface="Nunito"/>
                <a:cs typeface="Nunito"/>
                <a:sym typeface="Nunito"/>
              </a:rPr>
              <a:t>Please add any other pointers (if needed)</a:t>
            </a:r>
            <a:endParaRPr sz="1600">
              <a:solidFill>
                <a:schemeClr val="dk1"/>
              </a:solidFill>
              <a:latin typeface="Nunito"/>
              <a:ea typeface="Nunito"/>
              <a:cs typeface="Nunito"/>
              <a:sym typeface="Nunito"/>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50CF23-075F-7853-85D6-394574A8AB84}"/>
              </a:ext>
            </a:extLst>
          </p:cNvPr>
          <p:cNvSpPr>
            <a:spLocks noGrp="1"/>
          </p:cNvSpPr>
          <p:nvPr>
            <p:ph type="title"/>
          </p:nvPr>
        </p:nvSpPr>
        <p:spPr/>
        <p:txBody>
          <a:bodyPr/>
          <a:lstStyle/>
          <a:p>
            <a:endParaRPr lang="en-US"/>
          </a:p>
        </p:txBody>
      </p:sp>
      <p:pic>
        <p:nvPicPr>
          <p:cNvPr id="1028" name="Picture 4" descr="Mistral AI Icon logo transparent PNG - StickPNG">
            <a:extLst>
              <a:ext uri="{FF2B5EF4-FFF2-40B4-BE49-F238E27FC236}">
                <a16:creationId xmlns:a16="http://schemas.microsoft.com/office/drawing/2014/main" id="{81967268-941E-27E2-CF6E-EB456DA0EF74}"/>
              </a:ext>
            </a:extLst>
          </p:cNvPr>
          <p:cNvPicPr>
            <a:picLocks noChangeAspect="1" noChangeArrowheads="1"/>
          </p:cNvPicPr>
          <p:nvPr/>
        </p:nvPicPr>
        <p:blipFill rotWithShape="1">
          <a:blip r:embed="rId2">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rcRect l="24025" t="6226" r="25012" b="12231"/>
          <a:stretch>
            <a:fillRect/>
          </a:stretch>
        </p:blipFill>
        <p:spPr bwMode="auto">
          <a:xfrm>
            <a:off x="2074403" y="1911926"/>
            <a:ext cx="1364043" cy="1398051"/>
          </a:xfrm>
          <a:prstGeom prst="rect">
            <a:avLst/>
          </a:prstGeom>
          <a:noFill/>
          <a:extLst>
            <a:ext uri="{909E8E84-426E-40DD-AFC4-6F175D3DCCD1}">
              <a14:hiddenFill xmlns:a14="http://schemas.microsoft.com/office/drawing/2010/main">
                <a:solidFill>
                  <a:srgbClr val="FFFFFF"/>
                </a:solidFill>
              </a14:hiddenFill>
            </a:ext>
          </a:extLst>
        </p:spPr>
      </p:pic>
      <p:sp>
        <p:nvSpPr>
          <p:cNvPr id="4" name="AutoShape 6" descr="Grey Agent Icon PNG Images, Vectors Free Download - Pngtree">
            <a:extLst>
              <a:ext uri="{FF2B5EF4-FFF2-40B4-BE49-F238E27FC236}">
                <a16:creationId xmlns:a16="http://schemas.microsoft.com/office/drawing/2014/main" id="{57894A82-ABEC-18AD-5BEF-15038098EDEF}"/>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34" name="Picture 10" descr="Agentic AI Systems ...">
            <a:extLst>
              <a:ext uri="{FF2B5EF4-FFF2-40B4-BE49-F238E27FC236}">
                <a16:creationId xmlns:a16="http://schemas.microsoft.com/office/drawing/2014/main" id="{60719F24-8B58-985F-5921-414677B84DD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77126" y="1942154"/>
            <a:ext cx="1058225" cy="1062949"/>
          </a:xfrm>
          <a:prstGeom prst="ellipse">
            <a:avLst/>
          </a:prstGeom>
          <a:noFill/>
          <a:extLst>
            <a:ext uri="{909E8E84-426E-40DD-AFC4-6F175D3DCCD1}">
              <a14:hiddenFill xmlns:a14="http://schemas.microsoft.com/office/drawing/2010/main">
                <a:solidFill>
                  <a:srgbClr val="FFFFFF"/>
                </a:solidFill>
              </a14:hiddenFill>
            </a:ext>
          </a:extLst>
        </p:spPr>
      </p:pic>
      <p:pic>
        <p:nvPicPr>
          <p:cNvPr id="1036" name="Picture 12">
            <a:extLst>
              <a:ext uri="{FF2B5EF4-FFF2-40B4-BE49-F238E27FC236}">
                <a16:creationId xmlns:a16="http://schemas.microsoft.com/office/drawing/2014/main" id="{E2C6E702-AECD-7F7C-4A49-6AA2370E052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24399" y="1857925"/>
            <a:ext cx="685013" cy="685013"/>
          </a:xfrm>
          <a:prstGeom prst="rect">
            <a:avLst/>
          </a:prstGeom>
          <a:noFill/>
          <a:extLst>
            <a:ext uri="{909E8E84-426E-40DD-AFC4-6F175D3DCCD1}">
              <a14:hiddenFill xmlns:a14="http://schemas.microsoft.com/office/drawing/2010/main">
                <a:solidFill>
                  <a:srgbClr val="FFFFFF"/>
                </a:solidFill>
              </a14:hiddenFill>
            </a:ext>
          </a:extLst>
        </p:spPr>
      </p:pic>
      <p:sp>
        <p:nvSpPr>
          <p:cNvPr id="6" name="AutoShape 14" descr="Icon image">
            <a:extLst>
              <a:ext uri="{FF2B5EF4-FFF2-40B4-BE49-F238E27FC236}">
                <a16:creationId xmlns:a16="http://schemas.microsoft.com/office/drawing/2014/main" id="{3EC3429D-0E5B-6AFC-83D5-DB5B4A81B4A0}"/>
              </a:ext>
            </a:extLst>
          </p:cNvPr>
          <p:cNvSpPr>
            <a:spLocks noChangeAspect="1" noChangeArrowheads="1"/>
          </p:cNvSpPr>
          <p:nvPr/>
        </p:nvSpPr>
        <p:spPr bwMode="auto">
          <a:xfrm>
            <a:off x="4572000" y="25717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AutoShape 16" descr="Icon image">
            <a:extLst>
              <a:ext uri="{FF2B5EF4-FFF2-40B4-BE49-F238E27FC236}">
                <a16:creationId xmlns:a16="http://schemas.microsoft.com/office/drawing/2014/main" id="{9E1A5D7D-9797-6418-4E76-0213A5D165D1}"/>
              </a:ext>
            </a:extLst>
          </p:cNvPr>
          <p:cNvSpPr>
            <a:spLocks noChangeAspect="1" noChangeArrowheads="1"/>
          </p:cNvSpPr>
          <p:nvPr/>
        </p:nvSpPr>
        <p:spPr bwMode="auto">
          <a:xfrm>
            <a:off x="4724400" y="27241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 name="Picture 9">
            <a:extLst>
              <a:ext uri="{FF2B5EF4-FFF2-40B4-BE49-F238E27FC236}">
                <a16:creationId xmlns:a16="http://schemas.microsoft.com/office/drawing/2014/main" id="{1079F83B-E0B0-D37B-0721-5D3CB2DF8D35}"/>
              </a:ext>
            </a:extLst>
          </p:cNvPr>
          <p:cNvPicPr>
            <a:picLocks noChangeAspect="1"/>
          </p:cNvPicPr>
          <p:nvPr/>
        </p:nvPicPr>
        <p:blipFill>
          <a:blip r:embed="rId6"/>
          <a:stretch>
            <a:fillRect/>
          </a:stretch>
        </p:blipFill>
        <p:spPr>
          <a:xfrm>
            <a:off x="1759685" y="665017"/>
            <a:ext cx="5143500" cy="5143500"/>
          </a:xfrm>
          <a:prstGeom prst="rect">
            <a:avLst/>
          </a:prstGeom>
        </p:spPr>
      </p:pic>
      <p:sp>
        <p:nvSpPr>
          <p:cNvPr id="11" name="Flowchart: Connector 10">
            <a:extLst>
              <a:ext uri="{FF2B5EF4-FFF2-40B4-BE49-F238E27FC236}">
                <a16:creationId xmlns:a16="http://schemas.microsoft.com/office/drawing/2014/main" id="{F92C4C5E-4FAA-EA31-1AE3-19DA3B0373F3}"/>
              </a:ext>
            </a:extLst>
          </p:cNvPr>
          <p:cNvSpPr/>
          <p:nvPr/>
        </p:nvSpPr>
        <p:spPr>
          <a:xfrm>
            <a:off x="5826466" y="3514017"/>
            <a:ext cx="672575" cy="667163"/>
          </a:xfrm>
          <a:prstGeom prst="flowChartConnector">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293806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60"/>
          <p:cNvSpPr txBox="1">
            <a:spLocks noGrp="1"/>
          </p:cNvSpPr>
          <p:nvPr>
            <p:ph type="title"/>
          </p:nvPr>
        </p:nvSpPr>
        <p:spPr>
          <a:xfrm>
            <a:off x="70129" y="6703219"/>
            <a:ext cx="15008700" cy="697800"/>
          </a:xfrm>
          <a:prstGeom prst="rect">
            <a:avLst/>
          </a:prstGeom>
          <a:noFill/>
          <a:ln>
            <a:noFill/>
          </a:ln>
        </p:spPr>
        <p:txBody>
          <a:bodyPr spcFirstLastPara="1" wrap="square" lIns="0" tIns="12850" rIns="0" bIns="0" anchor="t" anchorCtr="0">
            <a:noAutofit/>
          </a:bodyPr>
          <a:lstStyle/>
          <a:p>
            <a:pPr marL="0" lvl="0" indent="0" algn="l" rtl="0">
              <a:lnSpc>
                <a:spcPct val="100000"/>
              </a:lnSpc>
              <a:spcBef>
                <a:spcPts val="0"/>
              </a:spcBef>
              <a:spcAft>
                <a:spcPts val="0"/>
              </a:spcAft>
              <a:buNone/>
            </a:pPr>
            <a:endParaRPr/>
          </a:p>
        </p:txBody>
      </p:sp>
      <p:sp>
        <p:nvSpPr>
          <p:cNvPr id="292" name="Google Shape;292;p60"/>
          <p:cNvSpPr txBox="1">
            <a:spLocks noGrp="1"/>
          </p:cNvSpPr>
          <p:nvPr>
            <p:ph type="sldNum" idx="4294967295"/>
          </p:nvPr>
        </p:nvSpPr>
        <p:spPr>
          <a:xfrm>
            <a:off x="8556784" y="4749851"/>
            <a:ext cx="548700" cy="393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fld id="{00000000-1234-1234-1234-123412341234}" type="slidenum">
              <a:rPr lang="en"/>
              <a:t>24</a:t>
            </a:fld>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Just Logo">
  <a:themeElements>
    <a:clrScheme name="Simple Light">
      <a:dk1>
        <a:srgbClr val="222222"/>
      </a:dk1>
      <a:lt1>
        <a:srgbClr val="FFFFFF"/>
      </a:lt1>
      <a:dk2>
        <a:srgbClr val="222222"/>
      </a:dk2>
      <a:lt2>
        <a:srgbClr val="0E39A9"/>
      </a:lt2>
      <a:accent1>
        <a:srgbClr val="FFAB40"/>
      </a:accent1>
      <a:accent2>
        <a:srgbClr val="6F4294"/>
      </a:accent2>
      <a:accent3>
        <a:srgbClr val="FFA000"/>
      </a:accent3>
      <a:accent4>
        <a:srgbClr val="FFAB40"/>
      </a:accent4>
      <a:accent5>
        <a:srgbClr val="FFDF00"/>
      </a:accent5>
      <a:accent6>
        <a:srgbClr val="1974D5"/>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Just Logo">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1567</TotalTime>
  <Words>2230</Words>
  <Application>Microsoft Office PowerPoint</Application>
  <PresentationFormat>On-screen Show (16:9)</PresentationFormat>
  <Paragraphs>221</Paragraphs>
  <Slides>24</Slides>
  <Notes>23</Notes>
  <HiddenSlides>0</HiddenSlides>
  <MMClips>0</MMClips>
  <ScaleCrop>false</ScaleCrop>
  <HeadingPairs>
    <vt:vector size="6" baseType="variant">
      <vt:variant>
        <vt:lpstr>Fonts Used</vt:lpstr>
      </vt:variant>
      <vt:variant>
        <vt:i4>9</vt:i4>
      </vt:variant>
      <vt:variant>
        <vt:lpstr>Theme</vt:lpstr>
      </vt:variant>
      <vt:variant>
        <vt:i4>3</vt:i4>
      </vt:variant>
      <vt:variant>
        <vt:lpstr>Slide Titles</vt:lpstr>
      </vt:variant>
      <vt:variant>
        <vt:i4>24</vt:i4>
      </vt:variant>
    </vt:vector>
  </HeadingPairs>
  <TitlesOfParts>
    <vt:vector size="36" baseType="lpstr">
      <vt:lpstr>Arial</vt:lpstr>
      <vt:lpstr>Calibri</vt:lpstr>
      <vt:lpstr>Wingdings</vt:lpstr>
      <vt:lpstr>Aptos Narrow</vt:lpstr>
      <vt:lpstr>Nunito ExtraBold</vt:lpstr>
      <vt:lpstr>Nunito SemiBold</vt:lpstr>
      <vt:lpstr>Courier New</vt:lpstr>
      <vt:lpstr>Century Gothic</vt:lpstr>
      <vt:lpstr>Nunito</vt:lpstr>
      <vt:lpstr>Simple Light</vt:lpstr>
      <vt:lpstr>Just Logo</vt:lpstr>
      <vt:lpstr>Just Logo</vt:lpstr>
      <vt:lpstr>PowerPoint Presentation</vt:lpstr>
      <vt:lpstr>Contents / Agenda</vt:lpstr>
      <vt:lpstr>Executive Summary</vt:lpstr>
      <vt:lpstr>Business Problem Overview and Solution Approach</vt:lpstr>
      <vt:lpstr>EDA Results</vt:lpstr>
      <vt:lpstr>Data Preprocessing </vt:lpstr>
      <vt:lpstr>Data Preprocessing </vt:lpstr>
      <vt:lpstr>Data Preprocessing - Feature Engineering   </vt:lpstr>
      <vt:lpstr>Data Preprocessing - Outlier check (treatment if needed)  </vt:lpstr>
      <vt:lpstr>Data Preprocessing - Data preprocessing for modeling  </vt:lpstr>
      <vt:lpstr>Model Building – Building steps of Decision Tree </vt:lpstr>
      <vt:lpstr>Model Building – Model Performance </vt:lpstr>
      <vt:lpstr>Model Building – Model Performance pre-pruning </vt:lpstr>
      <vt:lpstr>Model Building – Model Performance post-pruning </vt:lpstr>
      <vt:lpstr>Model Performance Summary – Model Eval Criterion</vt:lpstr>
      <vt:lpstr>Model Performance Summary – Model Parameters</vt:lpstr>
      <vt:lpstr>Model Performance Summary – Most important Features</vt:lpstr>
      <vt:lpstr>Model Performance Summary – Key Performance Metrics</vt:lpstr>
      <vt:lpstr>Model Performance Improvement</vt:lpstr>
      <vt:lpstr>PowerPoint Presentation</vt:lpstr>
      <vt:lpstr>Data Background and Contents</vt:lpstr>
      <vt:lpstr>Slide Header</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John Araujo</cp:lastModifiedBy>
  <cp:revision>2</cp:revision>
  <dcterms:modified xsi:type="dcterms:W3CDTF">2026-03-06T21:33:18Z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0eec96ee-a381-4aed-9872-dfc7d26fb00c_Enabled">
    <vt:lpwstr>true</vt:lpwstr>
  </property>
  <property fmtid="{D5CDD505-2E9C-101B-9397-08002B2CF9AE}" pid="3" name="MSIP_Label_0eec96ee-a381-4aed-9872-dfc7d26fb00c_SetDate">
    <vt:lpwstr>2026-01-18T15:48:29Z</vt:lpwstr>
  </property>
  <property fmtid="{D5CDD505-2E9C-101B-9397-08002B2CF9AE}" pid="4" name="MSIP_Label_0eec96ee-a381-4aed-9872-dfc7d26fb00c_Method">
    <vt:lpwstr>Privileged</vt:lpwstr>
  </property>
  <property fmtid="{D5CDD505-2E9C-101B-9397-08002B2CF9AE}" pid="5" name="MSIP_Label_0eec96ee-a381-4aed-9872-dfc7d26fb00c_Name">
    <vt:lpwstr>Public</vt:lpwstr>
  </property>
  <property fmtid="{D5CDD505-2E9C-101B-9397-08002B2CF9AE}" pid="6" name="MSIP_Label_0eec96ee-a381-4aed-9872-dfc7d26fb00c_SiteId">
    <vt:lpwstr>4e058d4f-695c-4815-91b9-3bea0bf19c06</vt:lpwstr>
  </property>
  <property fmtid="{D5CDD505-2E9C-101B-9397-08002B2CF9AE}" pid="7" name="MSIP_Label_0eec96ee-a381-4aed-9872-dfc7d26fb00c_ActionId">
    <vt:lpwstr>b21fd503-3730-41c9-9a22-914f29c242c7</vt:lpwstr>
  </property>
  <property fmtid="{D5CDD505-2E9C-101B-9397-08002B2CF9AE}" pid="8" name="MSIP_Label_0eec96ee-a381-4aed-9872-dfc7d26fb00c_ContentBits">
    <vt:lpwstr>0</vt:lpwstr>
  </property>
  <property fmtid="{D5CDD505-2E9C-101B-9397-08002B2CF9AE}" pid="9" name="MSIP_Label_0eec96ee-a381-4aed-9872-dfc7d26fb00c_Tag">
    <vt:lpwstr>10, 0, 1, 1</vt:lpwstr>
  </property>
</Properties>
</file>