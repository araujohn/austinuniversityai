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5"/>
    <p:sldMasterId id="2147483680" r:id="rId6"/>
    <p:sldMasterId id="2147483681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y="5143500" cx="9144000"/>
  <p:notesSz cx="6858000" cy="9144000"/>
  <p:embeddedFontLst>
    <p:embeddedFont>
      <p:font typeface="Nunito SemiBold"/>
      <p:regular r:id="rId22"/>
      <p:bold r:id="rId23"/>
      <p:italic r:id="rId24"/>
      <p:boldItalic r:id="rId25"/>
    </p:embeddedFont>
    <p:embeddedFont>
      <p:font typeface="Nunito"/>
      <p:regular r:id="rId26"/>
      <p:bold r:id="rId27"/>
      <p:italic r:id="rId28"/>
      <p:boldItalic r:id="rId29"/>
    </p:embeddedFont>
    <p:embeddedFont>
      <p:font typeface="Nunito ExtraBold"/>
      <p:bold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34BDF1D-0A76-4FD4-A49D-73CE3F465BEA}">
  <a:tblStyle styleId="{A34BDF1D-0A76-4FD4-A49D-73CE3F465BE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font" Target="fonts/NunitoSemiBold-regular.fntdata"/><Relationship Id="rId21" Type="http://schemas.openxmlformats.org/officeDocument/2006/relationships/slide" Target="slides/slide13.xml"/><Relationship Id="rId24" Type="http://schemas.openxmlformats.org/officeDocument/2006/relationships/font" Target="fonts/NunitoSemiBold-italic.fntdata"/><Relationship Id="rId23" Type="http://schemas.openxmlformats.org/officeDocument/2006/relationships/font" Target="fonts/NunitoSemiBold-bold.fntdata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font" Target="fonts/Nunito-regular.fntdata"/><Relationship Id="rId25" Type="http://schemas.openxmlformats.org/officeDocument/2006/relationships/font" Target="fonts/NunitoSemiBold-boldItalic.fntdata"/><Relationship Id="rId28" Type="http://schemas.openxmlformats.org/officeDocument/2006/relationships/font" Target="fonts/Nunito-italic.fntdata"/><Relationship Id="rId27" Type="http://schemas.openxmlformats.org/officeDocument/2006/relationships/font" Target="fonts/Nunito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Nunito-boldItalic.fntdata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NunitoExtraBold-boldItalic.fntdata"/><Relationship Id="rId30" Type="http://schemas.openxmlformats.org/officeDocument/2006/relationships/font" Target="fonts/NunitoExtraBold-bold.fntdata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4a6029fcee_2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4a6029fcee_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a6029fcee_2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4a6029fcee_2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4a6029fcee_2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4a6029fcee_2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4a6029fcee_2_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4a6029fcee_2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a6029fcee_2_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4a6029fcee_2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a6029fcee_2_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4a6029fcee_2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a6029fcee_2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4a6029fcee_2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4a6029fcee_2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4a6029fcee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4a6029fc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4a6029fc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4a6029fcee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4a6029fce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4a6029fcee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4a6029fce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4a6029fce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4a6029fce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4a6029fcee_2_1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g34a6029fcee_2_1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4a6029fcee_2_1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4a6029fcee_2_169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71" name="Google Shape;71;p17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{A34BDF1D-0A76-4FD4-A49D-73CE3F465BEA}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7" name="Google Shape;8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" name="Google Shape;8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89" name="Google Shape;89;p2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94" name="Google Shape;94;p23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3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Google Shape;96;p23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97" name="Google Shape;9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109" name="Google Shape;109;p25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5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25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112" name="Google Shape;11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6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15" name="Google Shape;115;p26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118" name="Google Shape;118;p2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22" name="Google Shape;122;p2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125" name="Google Shape;125;p29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{A34BDF1D-0A76-4FD4-A49D-73CE3F465BEA}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0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29" name="Google Shape;129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0" name="Google Shape;130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1" name="Google Shape;131;p3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34" name="Google Shape;134;p3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7" name="Google Shape;137;p3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1" name="Google Shape;141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2" name="Google Shape;142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143" name="Google Shape;143;p3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3" name="Google Shape;53;p13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3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57" name="Google Shape;57;p13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00" name="Google Shape;100;p24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01" name="Google Shape;101;p24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3" name="Google Shape;103;p2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24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05" name="Google Shape;105;p24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4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mc:AlternateContent>
    <mc:Choice Requires="p14">
      <p:transition p14:dur="0">
        <p:fade thruBlk="1"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7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5"/>
          <p:cNvSpPr txBox="1"/>
          <p:nvPr>
            <p:ph type="ctrTitle"/>
          </p:nvPr>
        </p:nvSpPr>
        <p:spPr>
          <a:xfrm>
            <a:off x="1158150" y="1412050"/>
            <a:ext cx="68277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600"/>
              <a:t>Presentation Title</a:t>
            </a:r>
            <a:endParaRPr sz="3600"/>
          </a:p>
        </p:txBody>
      </p:sp>
      <p:sp>
        <p:nvSpPr>
          <p:cNvPr id="151" name="Google Shape;151;p35"/>
          <p:cNvSpPr txBox="1"/>
          <p:nvPr>
            <p:ph type="ctrTitle"/>
          </p:nvPr>
        </p:nvSpPr>
        <p:spPr>
          <a:xfrm>
            <a:off x="1153000" y="2038575"/>
            <a:ext cx="68277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0" lang="en" sz="3000"/>
              <a:t>Project and Course Name</a:t>
            </a:r>
            <a:endParaRPr b="0" sz="3000"/>
          </a:p>
        </p:txBody>
      </p:sp>
      <p:sp>
        <p:nvSpPr>
          <p:cNvPr id="152" name="Google Shape;152;p35"/>
          <p:cNvSpPr txBox="1"/>
          <p:nvPr>
            <p:ph type="ctrTitle"/>
          </p:nvPr>
        </p:nvSpPr>
        <p:spPr>
          <a:xfrm>
            <a:off x="1153000" y="2429300"/>
            <a:ext cx="68277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0" lang="en" sz="1600"/>
              <a:t>Date</a:t>
            </a:r>
            <a:endParaRPr b="0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Contents / Agenda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8" name="Google Shape;158;p36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Executive Summary 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Business Problem Overview and Solution Approach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EDA Results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Data Preprocessing 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Model Building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Model </a:t>
            </a:r>
            <a:r>
              <a:rPr lang="en" sz="1400">
                <a:solidFill>
                  <a:srgbClr val="000000"/>
                </a:solidFill>
              </a:rPr>
              <a:t>Performance</a:t>
            </a:r>
            <a:r>
              <a:rPr lang="en" sz="1400">
                <a:solidFill>
                  <a:srgbClr val="000000"/>
                </a:solidFill>
              </a:rPr>
              <a:t> Summary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Deployment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Executive Summary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4" name="Google Shape;164;p37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Please mention actionable insights &amp; recommendations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Business Problem Overview and Solution Approach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0" name="Google Shape;170;p38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Please define the problem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Please mention the solution approach / methodology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EDA Results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6" name="Google Shape;176;p39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Please mention the key results from EDA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rPr b="1" i="1" lang="en" sz="1200">
                <a:solidFill>
                  <a:srgbClr val="000000"/>
                </a:solidFill>
              </a:rPr>
              <a:t>Note</a:t>
            </a:r>
            <a:r>
              <a:rPr i="1" lang="en" sz="1200">
                <a:solidFill>
                  <a:srgbClr val="000000"/>
                </a:solidFill>
              </a:rPr>
              <a:t>: You can use more than one slide if needed </a:t>
            </a:r>
            <a:endParaRPr i="1" sz="1200">
              <a:solidFill>
                <a:srgbClr val="000000"/>
              </a:solidFill>
            </a:endParaRPr>
          </a:p>
        </p:txBody>
      </p:sp>
      <p:sp>
        <p:nvSpPr>
          <p:cNvPr id="177" name="Google Shape;177;p39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" sz="1200" u="sng" cap="none" strike="noStrike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action="ppaction://hlinksldjump" r:id="rId3"/>
              </a:rPr>
              <a:t>Link to Appendix slide on data background check</a:t>
            </a:r>
            <a:endParaRPr b="0" i="1" sz="1200" u="none" cap="none" strike="noStrik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Data Preprocessing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3" name="Google Shape;183;p40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400"/>
              <a:buChar char="●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Feature Engineering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400"/>
              <a:buChar char="●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Outlier check (</a:t>
            </a:r>
            <a:r>
              <a:rPr lang="en" sz="1400">
                <a:solidFill>
                  <a:srgbClr val="2D3B45"/>
                </a:solidFill>
                <a:highlight>
                  <a:schemeClr val="lt1"/>
                </a:highlight>
              </a:rPr>
              <a:t>treatment </a:t>
            </a: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if needed)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400"/>
              <a:buChar char="●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Data preparation for modeling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400"/>
              <a:buChar char="●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Pre-processing pipeline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rPr b="1" i="1" lang="en" sz="1200">
                <a:solidFill>
                  <a:srgbClr val="000000"/>
                </a:solidFill>
              </a:rPr>
              <a:t>Note</a:t>
            </a:r>
            <a:r>
              <a:rPr i="1" lang="en" sz="1200">
                <a:solidFill>
                  <a:srgbClr val="000000"/>
                </a:solidFill>
              </a:rPr>
              <a:t>: You can use more than one slide if needed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t/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Data Background and Contents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9" name="Google Shape;189;p41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Please mention the data background and contents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Model Building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5" name="Google Shape;195;p42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Please mention the model building steps of the chosen models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Comment on the model performance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rPr b="1" i="1" lang="en" sz="1200">
                <a:solidFill>
                  <a:srgbClr val="000000"/>
                </a:solidFill>
              </a:rPr>
              <a:t>Note</a:t>
            </a:r>
            <a:r>
              <a:rPr i="1" lang="en" sz="1200">
                <a:solidFill>
                  <a:srgbClr val="000000"/>
                </a:solidFill>
              </a:rPr>
              <a:t>: You can use more than one slide if needed 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Model Improvement - Hyperparameter Tuning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1" name="Google Shape;201;p43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Please comment on the improvement in the model performance by hyperparameter tuning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rPr b="1" i="1" lang="en" sz="1200">
                <a:solidFill>
                  <a:srgbClr val="000000"/>
                </a:solidFill>
              </a:rPr>
              <a:t>Note</a:t>
            </a:r>
            <a:r>
              <a:rPr i="1" lang="en" sz="1200">
                <a:solidFill>
                  <a:srgbClr val="000000"/>
                </a:solidFill>
              </a:rPr>
              <a:t>: You can use more than one slide if needed</a:t>
            </a:r>
            <a:endParaRPr i="1"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t/>
            </a:r>
            <a:endParaRPr i="1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Model Performance Summary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7" name="Google Shape;207;p44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Overview of final ML model and its parameters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Summary of key performance metrics for training and test data in tabular format for comparison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rPr b="1" i="1" lang="en" sz="1200">
                <a:solidFill>
                  <a:srgbClr val="000000"/>
                </a:solidFill>
              </a:rPr>
              <a:t>Note</a:t>
            </a:r>
            <a:r>
              <a:rPr i="1" lang="en" sz="1200">
                <a:solidFill>
                  <a:srgbClr val="000000"/>
                </a:solidFill>
              </a:rPr>
              <a:t>: You can use more than one slide if needed </a:t>
            </a:r>
            <a:endParaRPr i="1" sz="1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208" name="Google Shape;208;p44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1" sz="1200" u="none" cap="none" strike="noStrik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Deployment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4" name="Google Shape;214;p45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Mention the link to the Hugging Face Spaces for the frontend and backend of the deployed model.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215" name="Google Shape;215;p45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1" sz="1200" u="none" cap="none" strike="noStrik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Slide Header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1" name="Google Shape;221;p46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Please add any other pointers (if needed)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7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29" name="Google Shape;229;p47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